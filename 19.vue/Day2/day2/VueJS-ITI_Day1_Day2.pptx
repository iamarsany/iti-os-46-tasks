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0" r:id="rId9"/>
    <p:sldId id="278" r:id="rId10"/>
    <p:sldId id="279" r:id="rId11"/>
    <p:sldId id="272" r:id="rId12"/>
    <p:sldId id="274" r:id="rId13"/>
    <p:sldId id="262" r:id="rId14"/>
    <p:sldId id="263" r:id="rId15"/>
    <p:sldId id="264" r:id="rId16"/>
    <p:sldId id="265" r:id="rId17"/>
    <p:sldId id="268" r:id="rId18"/>
    <p:sldId id="269" r:id="rId19"/>
    <p:sldId id="280" r:id="rId20"/>
    <p:sldId id="281" r:id="rId21"/>
    <p:sldId id="282" r:id="rId22"/>
    <p:sldId id="283" r:id="rId23"/>
    <p:sldId id="266" r:id="rId24"/>
    <p:sldId id="267" r:id="rId25"/>
    <p:sldId id="273" r:id="rId26"/>
    <p:sldId id="275" r:id="rId27"/>
    <p:sldId id="276" r:id="rId28"/>
    <p:sldId id="277" r:id="rId29"/>
    <p:sldId id="284" r:id="rId30"/>
    <p:sldId id="285" r:id="rId31"/>
    <p:sldId id="287" r:id="rId32"/>
    <p:sldId id="286" r:id="rId33"/>
    <p:sldId id="288" r:id="rId34"/>
    <p:sldId id="290" r:id="rId35"/>
    <p:sldId id="289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49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42D234-B150-409F-8587-8DAE5EF7A68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C16652A-66BE-4421-9272-BDB2D67122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Well…. It’s a </a:t>
          </a:r>
          <a:r>
            <a:rPr lang="en-US" b="1" dirty="0"/>
            <a:t>relatively </a:t>
          </a:r>
          <a:r>
            <a:rPr lang="en-US" dirty="0"/>
            <a:t>easy framework</a:t>
          </a:r>
        </a:p>
      </dgm:t>
    </dgm:pt>
    <dgm:pt modelId="{066F3A51-797D-4F17-9AA8-4A5C1BDB6AF2}" type="parTrans" cxnId="{60CAD9E0-94FF-4BD5-B60A-B1B579DB9842}">
      <dgm:prSet/>
      <dgm:spPr/>
      <dgm:t>
        <a:bodyPr/>
        <a:lstStyle/>
        <a:p>
          <a:endParaRPr lang="en-US"/>
        </a:p>
      </dgm:t>
    </dgm:pt>
    <dgm:pt modelId="{FDD7C250-0198-4288-A765-A236C1F1AA62}" type="sibTrans" cxnId="{60CAD9E0-94FF-4BD5-B60A-B1B579DB9842}">
      <dgm:prSet/>
      <dgm:spPr/>
      <dgm:t>
        <a:bodyPr/>
        <a:lstStyle/>
        <a:p>
          <a:endParaRPr lang="en-US"/>
        </a:p>
      </dgm:t>
    </dgm:pt>
    <dgm:pt modelId="{41E9FEFE-6D96-4A67-BFE9-9E2EC59BA1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was made especially for people like you .. And me</a:t>
          </a:r>
        </a:p>
      </dgm:t>
    </dgm:pt>
    <dgm:pt modelId="{797C82CE-66F2-4B37-80FC-4DF0CE5461EC}" type="parTrans" cxnId="{D61E25EA-08DB-4533-A3EB-6B0DE98FD671}">
      <dgm:prSet/>
      <dgm:spPr/>
      <dgm:t>
        <a:bodyPr/>
        <a:lstStyle/>
        <a:p>
          <a:endParaRPr lang="en-US"/>
        </a:p>
      </dgm:t>
    </dgm:pt>
    <dgm:pt modelId="{41C225FD-756D-4DF4-B5A1-0D55715FE419}" type="sibTrans" cxnId="{D61E25EA-08DB-4533-A3EB-6B0DE98FD671}">
      <dgm:prSet/>
      <dgm:spPr/>
      <dgm:t>
        <a:bodyPr/>
        <a:lstStyle/>
        <a:p>
          <a:endParaRPr lang="en-US"/>
        </a:p>
      </dgm:t>
    </dgm:pt>
    <dgm:pt modelId="{7AC210AF-0D97-4FA5-9BF9-D6AB66011A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It will give you a good grasp for the other FE framework concepts </a:t>
          </a:r>
        </a:p>
      </dgm:t>
    </dgm:pt>
    <dgm:pt modelId="{1B6662BB-D30A-48B3-875A-4C5A3EFE07E1}" type="parTrans" cxnId="{C0D7EB11-4A06-4B18-B7D2-6EEB0E4EEAB7}">
      <dgm:prSet/>
      <dgm:spPr/>
      <dgm:t>
        <a:bodyPr/>
        <a:lstStyle/>
        <a:p>
          <a:endParaRPr lang="en-US"/>
        </a:p>
      </dgm:t>
    </dgm:pt>
    <dgm:pt modelId="{9121353D-E526-457D-B27B-3ADDE7948039}" type="sibTrans" cxnId="{C0D7EB11-4A06-4B18-B7D2-6EEB0E4EEAB7}">
      <dgm:prSet/>
      <dgm:spPr/>
      <dgm:t>
        <a:bodyPr/>
        <a:lstStyle/>
        <a:p>
          <a:endParaRPr lang="en-US"/>
        </a:p>
      </dgm:t>
    </dgm:pt>
    <dgm:pt modelId="{490B28D2-84B3-411E-B26B-5CA0FD2F78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Great for prototyping </a:t>
          </a:r>
          <a:r>
            <a:rPr lang="en-US" b="1" dirty="0"/>
            <a:t>fast</a:t>
          </a:r>
          <a:endParaRPr lang="en-US" dirty="0"/>
        </a:p>
      </dgm:t>
    </dgm:pt>
    <dgm:pt modelId="{3D6CB10D-C487-46F3-BD6A-76F043855E64}" type="parTrans" cxnId="{1A4714A5-D558-4871-B0DF-BCDEF45DD342}">
      <dgm:prSet/>
      <dgm:spPr/>
      <dgm:t>
        <a:bodyPr/>
        <a:lstStyle/>
        <a:p>
          <a:endParaRPr lang="en-US"/>
        </a:p>
      </dgm:t>
    </dgm:pt>
    <dgm:pt modelId="{9CEE6AF2-3EB1-4321-A354-1C7B5553427F}" type="sibTrans" cxnId="{1A4714A5-D558-4871-B0DF-BCDEF45DD342}">
      <dgm:prSet/>
      <dgm:spPr/>
      <dgm:t>
        <a:bodyPr/>
        <a:lstStyle/>
        <a:p>
          <a:endParaRPr lang="en-US"/>
        </a:p>
      </dgm:t>
    </dgm:pt>
    <dgm:pt modelId="{9C6D2175-28C5-4DDB-988C-0AE856517A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AI</a:t>
          </a:r>
          <a:r>
            <a:rPr lang="en-US" dirty="0"/>
            <a:t> understands it</a:t>
          </a:r>
        </a:p>
      </dgm:t>
    </dgm:pt>
    <dgm:pt modelId="{6E2FEA13-4D20-41E2-8379-164C33E7B766}" type="parTrans" cxnId="{669C12DB-EE09-47B7-9A7D-87AB85D911ED}">
      <dgm:prSet/>
      <dgm:spPr/>
      <dgm:t>
        <a:bodyPr/>
        <a:lstStyle/>
        <a:p>
          <a:endParaRPr lang="en-US"/>
        </a:p>
      </dgm:t>
    </dgm:pt>
    <dgm:pt modelId="{4B48DB27-20B3-4A61-A49D-0E751958077A}" type="sibTrans" cxnId="{669C12DB-EE09-47B7-9A7D-87AB85D911ED}">
      <dgm:prSet/>
      <dgm:spPr/>
      <dgm:t>
        <a:bodyPr/>
        <a:lstStyle/>
        <a:p>
          <a:endParaRPr lang="en-US"/>
        </a:p>
      </dgm:t>
    </dgm:pt>
    <dgm:pt modelId="{4ECC266D-10D4-495E-A8EB-A075AABA345D}" type="pres">
      <dgm:prSet presAssocID="{4342D234-B150-409F-8587-8DAE5EF7A68A}" presName="root" presStyleCnt="0">
        <dgm:presLayoutVars>
          <dgm:dir/>
          <dgm:resizeHandles val="exact"/>
        </dgm:presLayoutVars>
      </dgm:prSet>
      <dgm:spPr/>
    </dgm:pt>
    <dgm:pt modelId="{5ED740FC-74CA-4C32-9C44-806B571DB768}" type="pres">
      <dgm:prSet presAssocID="{7C16652A-66BE-4421-9272-BDB2D671229E}" presName="compNode" presStyleCnt="0"/>
      <dgm:spPr/>
    </dgm:pt>
    <dgm:pt modelId="{22E06AB3-A187-43BF-8A1E-3AE664127FFE}" type="pres">
      <dgm:prSet presAssocID="{7C16652A-66BE-4421-9272-BDB2D671229E}" presName="bgRect" presStyleLbl="bgShp" presStyleIdx="0" presStyleCnt="5"/>
      <dgm:spPr/>
    </dgm:pt>
    <dgm:pt modelId="{0578BB80-37C7-4E31-A54E-BA2EF8722A0A}" type="pres">
      <dgm:prSet presAssocID="{7C16652A-66BE-4421-9272-BDB2D671229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ll scene"/>
        </a:ext>
      </dgm:extLst>
    </dgm:pt>
    <dgm:pt modelId="{0CC0D2C5-8337-4E81-AB28-F0B9D29C2CF5}" type="pres">
      <dgm:prSet presAssocID="{7C16652A-66BE-4421-9272-BDB2D671229E}" presName="spaceRect" presStyleCnt="0"/>
      <dgm:spPr/>
    </dgm:pt>
    <dgm:pt modelId="{9FBC824F-4DE3-4B8B-8B82-EAAD6DEFC79D}" type="pres">
      <dgm:prSet presAssocID="{7C16652A-66BE-4421-9272-BDB2D671229E}" presName="parTx" presStyleLbl="revTx" presStyleIdx="0" presStyleCnt="5">
        <dgm:presLayoutVars>
          <dgm:chMax val="0"/>
          <dgm:chPref val="0"/>
        </dgm:presLayoutVars>
      </dgm:prSet>
      <dgm:spPr/>
    </dgm:pt>
    <dgm:pt modelId="{28DC7774-1E45-4AA9-AA76-3C108F93C1B1}" type="pres">
      <dgm:prSet presAssocID="{FDD7C250-0198-4288-A765-A236C1F1AA62}" presName="sibTrans" presStyleCnt="0"/>
      <dgm:spPr/>
    </dgm:pt>
    <dgm:pt modelId="{8AACD09C-F045-4E36-AE75-769398D54A66}" type="pres">
      <dgm:prSet presAssocID="{41E9FEFE-6D96-4A67-BFE9-9E2EC59BA1B1}" presName="compNode" presStyleCnt="0"/>
      <dgm:spPr/>
    </dgm:pt>
    <dgm:pt modelId="{762578FF-44BF-415C-8CEC-E1468F6AD8C6}" type="pres">
      <dgm:prSet presAssocID="{41E9FEFE-6D96-4A67-BFE9-9E2EC59BA1B1}" presName="bgRect" presStyleLbl="bgShp" presStyleIdx="1" presStyleCnt="5"/>
      <dgm:spPr/>
    </dgm:pt>
    <dgm:pt modelId="{85307257-D22A-48AF-93C7-6D8DF3397FEB}" type="pres">
      <dgm:prSet presAssocID="{41E9FEFE-6D96-4A67-BFE9-9E2EC59BA1B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F455A42F-ED87-4699-A019-EB1F2078AD85}" type="pres">
      <dgm:prSet presAssocID="{41E9FEFE-6D96-4A67-BFE9-9E2EC59BA1B1}" presName="spaceRect" presStyleCnt="0"/>
      <dgm:spPr/>
    </dgm:pt>
    <dgm:pt modelId="{E7DDE59A-7FC0-4AF5-9E1A-8E8C01814F37}" type="pres">
      <dgm:prSet presAssocID="{41E9FEFE-6D96-4A67-BFE9-9E2EC59BA1B1}" presName="parTx" presStyleLbl="revTx" presStyleIdx="1" presStyleCnt="5">
        <dgm:presLayoutVars>
          <dgm:chMax val="0"/>
          <dgm:chPref val="0"/>
        </dgm:presLayoutVars>
      </dgm:prSet>
      <dgm:spPr/>
    </dgm:pt>
    <dgm:pt modelId="{B9B205D0-F525-4458-8B30-9BBBDF9F37F6}" type="pres">
      <dgm:prSet presAssocID="{41C225FD-756D-4DF4-B5A1-0D55715FE419}" presName="sibTrans" presStyleCnt="0"/>
      <dgm:spPr/>
    </dgm:pt>
    <dgm:pt modelId="{6E8F25F6-C41D-4F07-8B42-3F3743F592A8}" type="pres">
      <dgm:prSet presAssocID="{7AC210AF-0D97-4FA5-9BF9-D6AB66011A42}" presName="compNode" presStyleCnt="0"/>
      <dgm:spPr/>
    </dgm:pt>
    <dgm:pt modelId="{07DE1CCD-1853-4E8C-BD02-9EE92FFAEEF6}" type="pres">
      <dgm:prSet presAssocID="{7AC210AF-0D97-4FA5-9BF9-D6AB66011A42}" presName="bgRect" presStyleLbl="bgShp" presStyleIdx="2" presStyleCnt="5"/>
      <dgm:spPr/>
    </dgm:pt>
    <dgm:pt modelId="{29002B6B-E518-4BA7-BA05-8F73918F1A59}" type="pres">
      <dgm:prSet presAssocID="{7AC210AF-0D97-4FA5-9BF9-D6AB66011A4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F966C98-345D-4B80-AE66-D6724F0FF337}" type="pres">
      <dgm:prSet presAssocID="{7AC210AF-0D97-4FA5-9BF9-D6AB66011A42}" presName="spaceRect" presStyleCnt="0"/>
      <dgm:spPr/>
    </dgm:pt>
    <dgm:pt modelId="{8D1E23B7-EA53-4228-8046-8CC6F7513DF1}" type="pres">
      <dgm:prSet presAssocID="{7AC210AF-0D97-4FA5-9BF9-D6AB66011A42}" presName="parTx" presStyleLbl="revTx" presStyleIdx="2" presStyleCnt="5">
        <dgm:presLayoutVars>
          <dgm:chMax val="0"/>
          <dgm:chPref val="0"/>
        </dgm:presLayoutVars>
      </dgm:prSet>
      <dgm:spPr/>
    </dgm:pt>
    <dgm:pt modelId="{1F513953-FEBE-4AA1-870B-56AE557C5ED8}" type="pres">
      <dgm:prSet presAssocID="{9121353D-E526-457D-B27B-3ADDE7948039}" presName="sibTrans" presStyleCnt="0"/>
      <dgm:spPr/>
    </dgm:pt>
    <dgm:pt modelId="{4BD5FB68-C852-4BBE-A23E-2DF8BD13BE5E}" type="pres">
      <dgm:prSet presAssocID="{490B28D2-84B3-411E-B26B-5CA0FD2F78CD}" presName="compNode" presStyleCnt="0"/>
      <dgm:spPr/>
    </dgm:pt>
    <dgm:pt modelId="{964F9FB5-537F-4A1D-B91D-13AFE258AF67}" type="pres">
      <dgm:prSet presAssocID="{490B28D2-84B3-411E-B26B-5CA0FD2F78CD}" presName="bgRect" presStyleLbl="bgShp" presStyleIdx="3" presStyleCnt="5"/>
      <dgm:spPr/>
    </dgm:pt>
    <dgm:pt modelId="{380F7570-EA9A-423D-BCF1-CAC0FC2BC2D9}" type="pres">
      <dgm:prSet presAssocID="{490B28D2-84B3-411E-B26B-5CA0FD2F78C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23806B8E-588D-492F-8ECF-CC2DCED6459B}" type="pres">
      <dgm:prSet presAssocID="{490B28D2-84B3-411E-B26B-5CA0FD2F78CD}" presName="spaceRect" presStyleCnt="0"/>
      <dgm:spPr/>
    </dgm:pt>
    <dgm:pt modelId="{53D25A64-732A-4F88-BDC4-A687466573CE}" type="pres">
      <dgm:prSet presAssocID="{490B28D2-84B3-411E-B26B-5CA0FD2F78CD}" presName="parTx" presStyleLbl="revTx" presStyleIdx="3" presStyleCnt="5">
        <dgm:presLayoutVars>
          <dgm:chMax val="0"/>
          <dgm:chPref val="0"/>
        </dgm:presLayoutVars>
      </dgm:prSet>
      <dgm:spPr/>
    </dgm:pt>
    <dgm:pt modelId="{761B91EA-9C65-47FE-9F50-3D4ECC248157}" type="pres">
      <dgm:prSet presAssocID="{9CEE6AF2-3EB1-4321-A354-1C7B5553427F}" presName="sibTrans" presStyleCnt="0"/>
      <dgm:spPr/>
    </dgm:pt>
    <dgm:pt modelId="{D6C37390-C20C-4559-9BC7-C5C2E2838AF3}" type="pres">
      <dgm:prSet presAssocID="{9C6D2175-28C5-4DDB-988C-0AE856517ABE}" presName="compNode" presStyleCnt="0"/>
      <dgm:spPr/>
    </dgm:pt>
    <dgm:pt modelId="{A6FE320F-1C23-40F2-9866-72287E89D54F}" type="pres">
      <dgm:prSet presAssocID="{9C6D2175-28C5-4DDB-988C-0AE856517ABE}" presName="bgRect" presStyleLbl="bgShp" presStyleIdx="4" presStyleCnt="5"/>
      <dgm:spPr/>
    </dgm:pt>
    <dgm:pt modelId="{3904A114-8413-4B41-8F1F-D640E8C308C6}" type="pres">
      <dgm:prSet presAssocID="{9C6D2175-28C5-4DDB-988C-0AE856517AB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oting star with solid fill"/>
        </a:ext>
      </dgm:extLst>
    </dgm:pt>
    <dgm:pt modelId="{B89B8B98-4536-40DA-B391-90631779099E}" type="pres">
      <dgm:prSet presAssocID="{9C6D2175-28C5-4DDB-988C-0AE856517ABE}" presName="spaceRect" presStyleCnt="0"/>
      <dgm:spPr/>
    </dgm:pt>
    <dgm:pt modelId="{16B385A5-8DCD-4A33-AE16-A4A6472E9050}" type="pres">
      <dgm:prSet presAssocID="{9C6D2175-28C5-4DDB-988C-0AE856517AB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89AED07-19C9-4633-B4EC-2A55BBAB5874}" type="presOf" srcId="{41E9FEFE-6D96-4A67-BFE9-9E2EC59BA1B1}" destId="{E7DDE59A-7FC0-4AF5-9E1A-8E8C01814F37}" srcOrd="0" destOrd="0" presId="urn:microsoft.com/office/officeart/2018/2/layout/IconVerticalSolidList"/>
    <dgm:cxn modelId="{3A55B30D-BE6E-435F-B672-086E69385FC9}" type="presOf" srcId="{9C6D2175-28C5-4DDB-988C-0AE856517ABE}" destId="{16B385A5-8DCD-4A33-AE16-A4A6472E9050}" srcOrd="0" destOrd="0" presId="urn:microsoft.com/office/officeart/2018/2/layout/IconVerticalSolidList"/>
    <dgm:cxn modelId="{C0D7EB11-4A06-4B18-B7D2-6EEB0E4EEAB7}" srcId="{4342D234-B150-409F-8587-8DAE5EF7A68A}" destId="{7AC210AF-0D97-4FA5-9BF9-D6AB66011A42}" srcOrd="2" destOrd="0" parTransId="{1B6662BB-D30A-48B3-875A-4C5A3EFE07E1}" sibTransId="{9121353D-E526-457D-B27B-3ADDE7948039}"/>
    <dgm:cxn modelId="{CC71BF51-90E7-4DA8-985E-BEB0F9575D95}" type="presOf" srcId="{4342D234-B150-409F-8587-8DAE5EF7A68A}" destId="{4ECC266D-10D4-495E-A8EB-A075AABA345D}" srcOrd="0" destOrd="0" presId="urn:microsoft.com/office/officeart/2018/2/layout/IconVerticalSolidList"/>
    <dgm:cxn modelId="{7D542E78-3565-41BD-AB5D-7133696EDB0A}" type="presOf" srcId="{7AC210AF-0D97-4FA5-9BF9-D6AB66011A42}" destId="{8D1E23B7-EA53-4228-8046-8CC6F7513DF1}" srcOrd="0" destOrd="0" presId="urn:microsoft.com/office/officeart/2018/2/layout/IconVerticalSolidList"/>
    <dgm:cxn modelId="{1A4714A5-D558-4871-B0DF-BCDEF45DD342}" srcId="{4342D234-B150-409F-8587-8DAE5EF7A68A}" destId="{490B28D2-84B3-411E-B26B-5CA0FD2F78CD}" srcOrd="3" destOrd="0" parTransId="{3D6CB10D-C487-46F3-BD6A-76F043855E64}" sibTransId="{9CEE6AF2-3EB1-4321-A354-1C7B5553427F}"/>
    <dgm:cxn modelId="{10F924C5-2C31-4DFE-B4C5-76814A556364}" type="presOf" srcId="{7C16652A-66BE-4421-9272-BDB2D671229E}" destId="{9FBC824F-4DE3-4B8B-8B82-EAAD6DEFC79D}" srcOrd="0" destOrd="0" presId="urn:microsoft.com/office/officeart/2018/2/layout/IconVerticalSolidList"/>
    <dgm:cxn modelId="{669C12DB-EE09-47B7-9A7D-87AB85D911ED}" srcId="{4342D234-B150-409F-8587-8DAE5EF7A68A}" destId="{9C6D2175-28C5-4DDB-988C-0AE856517ABE}" srcOrd="4" destOrd="0" parTransId="{6E2FEA13-4D20-41E2-8379-164C33E7B766}" sibTransId="{4B48DB27-20B3-4A61-A49D-0E751958077A}"/>
    <dgm:cxn modelId="{60CAD9E0-94FF-4BD5-B60A-B1B579DB9842}" srcId="{4342D234-B150-409F-8587-8DAE5EF7A68A}" destId="{7C16652A-66BE-4421-9272-BDB2D671229E}" srcOrd="0" destOrd="0" parTransId="{066F3A51-797D-4F17-9AA8-4A5C1BDB6AF2}" sibTransId="{FDD7C250-0198-4288-A765-A236C1F1AA62}"/>
    <dgm:cxn modelId="{5AF0B5E8-AAFD-497D-8245-411B739A4B71}" type="presOf" srcId="{490B28D2-84B3-411E-B26B-5CA0FD2F78CD}" destId="{53D25A64-732A-4F88-BDC4-A687466573CE}" srcOrd="0" destOrd="0" presId="urn:microsoft.com/office/officeart/2018/2/layout/IconVerticalSolidList"/>
    <dgm:cxn modelId="{D61E25EA-08DB-4533-A3EB-6B0DE98FD671}" srcId="{4342D234-B150-409F-8587-8DAE5EF7A68A}" destId="{41E9FEFE-6D96-4A67-BFE9-9E2EC59BA1B1}" srcOrd="1" destOrd="0" parTransId="{797C82CE-66F2-4B37-80FC-4DF0CE5461EC}" sibTransId="{41C225FD-756D-4DF4-B5A1-0D55715FE419}"/>
    <dgm:cxn modelId="{EE3BBE53-B551-4D86-861C-FACE5DAA7B92}" type="presParOf" srcId="{4ECC266D-10D4-495E-A8EB-A075AABA345D}" destId="{5ED740FC-74CA-4C32-9C44-806B571DB768}" srcOrd="0" destOrd="0" presId="urn:microsoft.com/office/officeart/2018/2/layout/IconVerticalSolidList"/>
    <dgm:cxn modelId="{25475FE5-2717-4A4D-8649-6C1259A11A25}" type="presParOf" srcId="{5ED740FC-74CA-4C32-9C44-806B571DB768}" destId="{22E06AB3-A187-43BF-8A1E-3AE664127FFE}" srcOrd="0" destOrd="0" presId="urn:microsoft.com/office/officeart/2018/2/layout/IconVerticalSolidList"/>
    <dgm:cxn modelId="{ED55A06C-8977-42C4-BA00-C2C50D820473}" type="presParOf" srcId="{5ED740FC-74CA-4C32-9C44-806B571DB768}" destId="{0578BB80-37C7-4E31-A54E-BA2EF8722A0A}" srcOrd="1" destOrd="0" presId="urn:microsoft.com/office/officeart/2018/2/layout/IconVerticalSolidList"/>
    <dgm:cxn modelId="{42117451-CD1C-4322-9C51-A50A67481958}" type="presParOf" srcId="{5ED740FC-74CA-4C32-9C44-806B571DB768}" destId="{0CC0D2C5-8337-4E81-AB28-F0B9D29C2CF5}" srcOrd="2" destOrd="0" presId="urn:microsoft.com/office/officeart/2018/2/layout/IconVerticalSolidList"/>
    <dgm:cxn modelId="{F97220C0-936E-4DE9-8BD9-F192BE6B0EEF}" type="presParOf" srcId="{5ED740FC-74CA-4C32-9C44-806B571DB768}" destId="{9FBC824F-4DE3-4B8B-8B82-EAAD6DEFC79D}" srcOrd="3" destOrd="0" presId="urn:microsoft.com/office/officeart/2018/2/layout/IconVerticalSolidList"/>
    <dgm:cxn modelId="{0C7A097C-06F5-4ED1-B73C-8E936D73AE20}" type="presParOf" srcId="{4ECC266D-10D4-495E-A8EB-A075AABA345D}" destId="{28DC7774-1E45-4AA9-AA76-3C108F93C1B1}" srcOrd="1" destOrd="0" presId="urn:microsoft.com/office/officeart/2018/2/layout/IconVerticalSolidList"/>
    <dgm:cxn modelId="{C88C047C-D7F5-45EA-B458-EC1D9B2A365D}" type="presParOf" srcId="{4ECC266D-10D4-495E-A8EB-A075AABA345D}" destId="{8AACD09C-F045-4E36-AE75-769398D54A66}" srcOrd="2" destOrd="0" presId="urn:microsoft.com/office/officeart/2018/2/layout/IconVerticalSolidList"/>
    <dgm:cxn modelId="{1FAF8A78-CE0D-4ABF-A2D0-533062176FC5}" type="presParOf" srcId="{8AACD09C-F045-4E36-AE75-769398D54A66}" destId="{762578FF-44BF-415C-8CEC-E1468F6AD8C6}" srcOrd="0" destOrd="0" presId="urn:microsoft.com/office/officeart/2018/2/layout/IconVerticalSolidList"/>
    <dgm:cxn modelId="{FB82580B-2B12-4589-97B6-A49B067C272C}" type="presParOf" srcId="{8AACD09C-F045-4E36-AE75-769398D54A66}" destId="{85307257-D22A-48AF-93C7-6D8DF3397FEB}" srcOrd="1" destOrd="0" presId="urn:microsoft.com/office/officeart/2018/2/layout/IconVerticalSolidList"/>
    <dgm:cxn modelId="{F659E434-1540-426B-9BE3-70CCCAD0E6FD}" type="presParOf" srcId="{8AACD09C-F045-4E36-AE75-769398D54A66}" destId="{F455A42F-ED87-4699-A019-EB1F2078AD85}" srcOrd="2" destOrd="0" presId="urn:microsoft.com/office/officeart/2018/2/layout/IconVerticalSolidList"/>
    <dgm:cxn modelId="{D99D3516-9B35-4ADE-A1DB-FA1C2B319EEF}" type="presParOf" srcId="{8AACD09C-F045-4E36-AE75-769398D54A66}" destId="{E7DDE59A-7FC0-4AF5-9E1A-8E8C01814F37}" srcOrd="3" destOrd="0" presId="urn:microsoft.com/office/officeart/2018/2/layout/IconVerticalSolidList"/>
    <dgm:cxn modelId="{B116F00D-D88A-4AD8-BF6E-9C973C82B132}" type="presParOf" srcId="{4ECC266D-10D4-495E-A8EB-A075AABA345D}" destId="{B9B205D0-F525-4458-8B30-9BBBDF9F37F6}" srcOrd="3" destOrd="0" presId="urn:microsoft.com/office/officeart/2018/2/layout/IconVerticalSolidList"/>
    <dgm:cxn modelId="{B05D0E05-4D7A-401A-AD1F-9B50E798A40F}" type="presParOf" srcId="{4ECC266D-10D4-495E-A8EB-A075AABA345D}" destId="{6E8F25F6-C41D-4F07-8B42-3F3743F592A8}" srcOrd="4" destOrd="0" presId="urn:microsoft.com/office/officeart/2018/2/layout/IconVerticalSolidList"/>
    <dgm:cxn modelId="{359FD9D4-5516-40A1-B298-5AC607E64104}" type="presParOf" srcId="{6E8F25F6-C41D-4F07-8B42-3F3743F592A8}" destId="{07DE1CCD-1853-4E8C-BD02-9EE92FFAEEF6}" srcOrd="0" destOrd="0" presId="urn:microsoft.com/office/officeart/2018/2/layout/IconVerticalSolidList"/>
    <dgm:cxn modelId="{FD3508C8-75B0-45C9-9B69-D4190726D300}" type="presParOf" srcId="{6E8F25F6-C41D-4F07-8B42-3F3743F592A8}" destId="{29002B6B-E518-4BA7-BA05-8F73918F1A59}" srcOrd="1" destOrd="0" presId="urn:microsoft.com/office/officeart/2018/2/layout/IconVerticalSolidList"/>
    <dgm:cxn modelId="{B01184D3-3F3F-4CBE-A4EE-DE77389FB348}" type="presParOf" srcId="{6E8F25F6-C41D-4F07-8B42-3F3743F592A8}" destId="{6F966C98-345D-4B80-AE66-D6724F0FF337}" srcOrd="2" destOrd="0" presId="urn:microsoft.com/office/officeart/2018/2/layout/IconVerticalSolidList"/>
    <dgm:cxn modelId="{B5B0E79E-5326-46FB-972E-0209BADDDBB3}" type="presParOf" srcId="{6E8F25F6-C41D-4F07-8B42-3F3743F592A8}" destId="{8D1E23B7-EA53-4228-8046-8CC6F7513DF1}" srcOrd="3" destOrd="0" presId="urn:microsoft.com/office/officeart/2018/2/layout/IconVerticalSolidList"/>
    <dgm:cxn modelId="{1542CCE1-1F7C-48FF-AFE6-499DA2CBE95C}" type="presParOf" srcId="{4ECC266D-10D4-495E-A8EB-A075AABA345D}" destId="{1F513953-FEBE-4AA1-870B-56AE557C5ED8}" srcOrd="5" destOrd="0" presId="urn:microsoft.com/office/officeart/2018/2/layout/IconVerticalSolidList"/>
    <dgm:cxn modelId="{802F4A73-3613-4B06-A8CB-675FE6370614}" type="presParOf" srcId="{4ECC266D-10D4-495E-A8EB-A075AABA345D}" destId="{4BD5FB68-C852-4BBE-A23E-2DF8BD13BE5E}" srcOrd="6" destOrd="0" presId="urn:microsoft.com/office/officeart/2018/2/layout/IconVerticalSolidList"/>
    <dgm:cxn modelId="{2CFBFA06-B549-466D-A88E-C17D4822B293}" type="presParOf" srcId="{4BD5FB68-C852-4BBE-A23E-2DF8BD13BE5E}" destId="{964F9FB5-537F-4A1D-B91D-13AFE258AF67}" srcOrd="0" destOrd="0" presId="urn:microsoft.com/office/officeart/2018/2/layout/IconVerticalSolidList"/>
    <dgm:cxn modelId="{A5740277-71D1-4CEA-BA57-1FE417528959}" type="presParOf" srcId="{4BD5FB68-C852-4BBE-A23E-2DF8BD13BE5E}" destId="{380F7570-EA9A-423D-BCF1-CAC0FC2BC2D9}" srcOrd="1" destOrd="0" presId="urn:microsoft.com/office/officeart/2018/2/layout/IconVerticalSolidList"/>
    <dgm:cxn modelId="{F19CF1AD-807B-4E52-B8E9-FE5243150102}" type="presParOf" srcId="{4BD5FB68-C852-4BBE-A23E-2DF8BD13BE5E}" destId="{23806B8E-588D-492F-8ECF-CC2DCED6459B}" srcOrd="2" destOrd="0" presId="urn:microsoft.com/office/officeart/2018/2/layout/IconVerticalSolidList"/>
    <dgm:cxn modelId="{8152B0B5-5168-499F-A479-DFF29FC7DACF}" type="presParOf" srcId="{4BD5FB68-C852-4BBE-A23E-2DF8BD13BE5E}" destId="{53D25A64-732A-4F88-BDC4-A687466573CE}" srcOrd="3" destOrd="0" presId="urn:microsoft.com/office/officeart/2018/2/layout/IconVerticalSolidList"/>
    <dgm:cxn modelId="{F230E8BA-28D3-483F-8124-F74BAC0BEBFA}" type="presParOf" srcId="{4ECC266D-10D4-495E-A8EB-A075AABA345D}" destId="{761B91EA-9C65-47FE-9F50-3D4ECC248157}" srcOrd="7" destOrd="0" presId="urn:microsoft.com/office/officeart/2018/2/layout/IconVerticalSolidList"/>
    <dgm:cxn modelId="{5C78A6AD-A4BF-400C-9380-60528BE9ECE9}" type="presParOf" srcId="{4ECC266D-10D4-495E-A8EB-A075AABA345D}" destId="{D6C37390-C20C-4559-9BC7-C5C2E2838AF3}" srcOrd="8" destOrd="0" presId="urn:microsoft.com/office/officeart/2018/2/layout/IconVerticalSolidList"/>
    <dgm:cxn modelId="{95F0FFFF-2988-41BA-9CA2-7D23DDE34E89}" type="presParOf" srcId="{D6C37390-C20C-4559-9BC7-C5C2E2838AF3}" destId="{A6FE320F-1C23-40F2-9866-72287E89D54F}" srcOrd="0" destOrd="0" presId="urn:microsoft.com/office/officeart/2018/2/layout/IconVerticalSolidList"/>
    <dgm:cxn modelId="{4678C350-A873-48BD-B3FF-21EC1EF16128}" type="presParOf" srcId="{D6C37390-C20C-4559-9BC7-C5C2E2838AF3}" destId="{3904A114-8413-4B41-8F1F-D640E8C308C6}" srcOrd="1" destOrd="0" presId="urn:microsoft.com/office/officeart/2018/2/layout/IconVerticalSolidList"/>
    <dgm:cxn modelId="{D3D7ED48-0550-4FBA-9276-07913B8811B3}" type="presParOf" srcId="{D6C37390-C20C-4559-9BC7-C5C2E2838AF3}" destId="{B89B8B98-4536-40DA-B391-90631779099E}" srcOrd="2" destOrd="0" presId="urn:microsoft.com/office/officeart/2018/2/layout/IconVerticalSolidList"/>
    <dgm:cxn modelId="{8F46AC28-B281-4277-83BF-83730B83904B}" type="presParOf" srcId="{D6C37390-C20C-4559-9BC7-C5C2E2838AF3}" destId="{16B385A5-8DCD-4A33-AE16-A4A6472E90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DED7E9-A245-453E-A4C9-880854C43DE9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4AE3A67-8E35-42C2-B0D3-91B7F590AC97}">
      <dgm:prSet/>
      <dgm:spPr/>
      <dgm:t>
        <a:bodyPr/>
        <a:lstStyle/>
        <a:p>
          <a:r>
            <a:rPr lang="en-US" b="1" dirty="0"/>
            <a:t>Component</a:t>
          </a:r>
          <a:r>
            <a:rPr lang="en-US" dirty="0"/>
            <a:t> Single unit of function in a front-end app </a:t>
          </a:r>
        </a:p>
      </dgm:t>
    </dgm:pt>
    <dgm:pt modelId="{E43291B6-64C8-45E9-A419-B652B833C665}" type="parTrans" cxnId="{F4F358E1-149C-4B07-9379-DD0C5528678C}">
      <dgm:prSet/>
      <dgm:spPr/>
      <dgm:t>
        <a:bodyPr/>
        <a:lstStyle/>
        <a:p>
          <a:endParaRPr lang="en-US"/>
        </a:p>
      </dgm:t>
    </dgm:pt>
    <dgm:pt modelId="{E1986363-E895-4832-B6AA-D7767F5A0F56}" type="sibTrans" cxnId="{F4F358E1-149C-4B07-9379-DD0C5528678C}">
      <dgm:prSet/>
      <dgm:spPr/>
      <dgm:t>
        <a:bodyPr/>
        <a:lstStyle/>
        <a:p>
          <a:endParaRPr lang="en-US"/>
        </a:p>
      </dgm:t>
    </dgm:pt>
    <dgm:pt modelId="{BE07E059-29F6-4B54-9860-D6F341A4D28A}">
      <dgm:prSet/>
      <dgm:spPr/>
      <dgm:t>
        <a:bodyPr/>
        <a:lstStyle/>
        <a:p>
          <a:r>
            <a:rPr lang="en-US" b="1" dirty="0"/>
            <a:t>SPA</a:t>
          </a:r>
          <a:r>
            <a:rPr lang="en-US" dirty="0"/>
            <a:t> app we will get to that …</a:t>
          </a:r>
        </a:p>
      </dgm:t>
    </dgm:pt>
    <dgm:pt modelId="{CAABF726-BE2B-4496-9DC1-4274246D8361}" type="parTrans" cxnId="{F2C29415-039A-443A-9C5F-DDAE7F699F1B}">
      <dgm:prSet/>
      <dgm:spPr/>
      <dgm:t>
        <a:bodyPr/>
        <a:lstStyle/>
        <a:p>
          <a:endParaRPr lang="en-US"/>
        </a:p>
      </dgm:t>
    </dgm:pt>
    <dgm:pt modelId="{B376F2F0-F932-4D99-BAA1-79D4CF46F89B}" type="sibTrans" cxnId="{F2C29415-039A-443A-9C5F-DDAE7F699F1B}">
      <dgm:prSet/>
      <dgm:spPr/>
      <dgm:t>
        <a:bodyPr/>
        <a:lstStyle/>
        <a:p>
          <a:endParaRPr lang="en-US"/>
        </a:p>
      </dgm:t>
    </dgm:pt>
    <dgm:pt modelId="{13A69522-A330-421A-AA05-12D255FBFABD}">
      <dgm:prSet/>
      <dgm:spPr/>
      <dgm:t>
        <a:bodyPr/>
        <a:lstStyle/>
        <a:p>
          <a:r>
            <a:rPr lang="en-US" b="1" dirty="0"/>
            <a:t>PWA</a:t>
          </a:r>
          <a:r>
            <a:rPr lang="en-US" dirty="0"/>
            <a:t> (progressive web app) </a:t>
          </a:r>
        </a:p>
      </dgm:t>
    </dgm:pt>
    <dgm:pt modelId="{25742294-E9DE-49A0-8749-156B418C2A25}" type="parTrans" cxnId="{B0E2C4D6-DE49-4185-B020-BB1361A97D9F}">
      <dgm:prSet/>
      <dgm:spPr/>
      <dgm:t>
        <a:bodyPr/>
        <a:lstStyle/>
        <a:p>
          <a:endParaRPr lang="en-US"/>
        </a:p>
      </dgm:t>
    </dgm:pt>
    <dgm:pt modelId="{9B293D69-4987-4F00-9824-2D55D27CC920}" type="sibTrans" cxnId="{B0E2C4D6-DE49-4185-B020-BB1361A97D9F}">
      <dgm:prSet/>
      <dgm:spPr/>
      <dgm:t>
        <a:bodyPr/>
        <a:lstStyle/>
        <a:p>
          <a:endParaRPr lang="en-US"/>
        </a:p>
      </dgm:t>
    </dgm:pt>
    <dgm:pt modelId="{C1D5DA4B-0BA2-4321-B11E-90833B9356EF}">
      <dgm:prSet/>
      <dgm:spPr/>
      <dgm:t>
        <a:bodyPr/>
        <a:lstStyle/>
        <a:p>
          <a:r>
            <a:rPr lang="en-US" b="1" dirty="0"/>
            <a:t>CSR</a:t>
          </a:r>
          <a:r>
            <a:rPr lang="en-US" dirty="0"/>
            <a:t> (Client-side render)</a:t>
          </a:r>
        </a:p>
      </dgm:t>
    </dgm:pt>
    <dgm:pt modelId="{6F1DECF5-38AC-4F26-857E-A5BE753114B8}" type="parTrans" cxnId="{FEA4C20D-0B34-4F9B-B2B7-1483BE51FEA7}">
      <dgm:prSet/>
      <dgm:spPr/>
      <dgm:t>
        <a:bodyPr/>
        <a:lstStyle/>
        <a:p>
          <a:endParaRPr lang="en-US"/>
        </a:p>
      </dgm:t>
    </dgm:pt>
    <dgm:pt modelId="{2941849B-8ADA-4C41-AF40-2F34266F3076}" type="sibTrans" cxnId="{FEA4C20D-0B34-4F9B-B2B7-1483BE51FEA7}">
      <dgm:prSet/>
      <dgm:spPr/>
      <dgm:t>
        <a:bodyPr/>
        <a:lstStyle/>
        <a:p>
          <a:endParaRPr lang="en-US"/>
        </a:p>
      </dgm:t>
    </dgm:pt>
    <dgm:pt modelId="{0233A3BB-F2D7-47EA-B609-B747350063A2}" type="pres">
      <dgm:prSet presAssocID="{20DED7E9-A245-453E-A4C9-880854C43DE9}" presName="matrix" presStyleCnt="0">
        <dgm:presLayoutVars>
          <dgm:chMax val="1"/>
          <dgm:dir/>
          <dgm:resizeHandles val="exact"/>
        </dgm:presLayoutVars>
      </dgm:prSet>
      <dgm:spPr/>
    </dgm:pt>
    <dgm:pt modelId="{EB2EC3CE-7645-4BD5-9883-71C293645479}" type="pres">
      <dgm:prSet presAssocID="{20DED7E9-A245-453E-A4C9-880854C43DE9}" presName="diamond" presStyleLbl="bgShp" presStyleIdx="0" presStyleCnt="1"/>
      <dgm:spPr/>
    </dgm:pt>
    <dgm:pt modelId="{75ADBF72-0AF5-49B3-97A9-B81A16A6BB6D}" type="pres">
      <dgm:prSet presAssocID="{20DED7E9-A245-453E-A4C9-880854C43DE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E1E3909-BED8-49D9-A70E-0AD505938383}" type="pres">
      <dgm:prSet presAssocID="{20DED7E9-A245-453E-A4C9-880854C43DE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0864B17-D296-4785-92BC-689A50854A86}" type="pres">
      <dgm:prSet presAssocID="{20DED7E9-A245-453E-A4C9-880854C43DE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0D332DD-DF6E-4C55-9EEB-49AD616FE475}" type="pres">
      <dgm:prSet presAssocID="{20DED7E9-A245-453E-A4C9-880854C43DE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D27A70D-D887-418C-B121-29541DA0F9F7}" type="presOf" srcId="{C1D5DA4B-0BA2-4321-B11E-90833B9356EF}" destId="{30D332DD-DF6E-4C55-9EEB-49AD616FE475}" srcOrd="0" destOrd="0" presId="urn:microsoft.com/office/officeart/2005/8/layout/matrix3"/>
    <dgm:cxn modelId="{FEA4C20D-0B34-4F9B-B2B7-1483BE51FEA7}" srcId="{20DED7E9-A245-453E-A4C9-880854C43DE9}" destId="{C1D5DA4B-0BA2-4321-B11E-90833B9356EF}" srcOrd="3" destOrd="0" parTransId="{6F1DECF5-38AC-4F26-857E-A5BE753114B8}" sibTransId="{2941849B-8ADA-4C41-AF40-2F34266F3076}"/>
    <dgm:cxn modelId="{F2C29415-039A-443A-9C5F-DDAE7F699F1B}" srcId="{20DED7E9-A245-453E-A4C9-880854C43DE9}" destId="{BE07E059-29F6-4B54-9860-D6F341A4D28A}" srcOrd="1" destOrd="0" parTransId="{CAABF726-BE2B-4496-9DC1-4274246D8361}" sibTransId="{B376F2F0-F932-4D99-BAA1-79D4CF46F89B}"/>
    <dgm:cxn modelId="{8FF75D7B-DB42-488D-AE56-7ACB3244F087}" type="presOf" srcId="{BE07E059-29F6-4B54-9860-D6F341A4D28A}" destId="{BE1E3909-BED8-49D9-A70E-0AD505938383}" srcOrd="0" destOrd="0" presId="urn:microsoft.com/office/officeart/2005/8/layout/matrix3"/>
    <dgm:cxn modelId="{311F9592-1648-46D4-8009-A545BAFDEAF8}" type="presOf" srcId="{20DED7E9-A245-453E-A4C9-880854C43DE9}" destId="{0233A3BB-F2D7-47EA-B609-B747350063A2}" srcOrd="0" destOrd="0" presId="urn:microsoft.com/office/officeart/2005/8/layout/matrix3"/>
    <dgm:cxn modelId="{B0E2C4D6-DE49-4185-B020-BB1361A97D9F}" srcId="{20DED7E9-A245-453E-A4C9-880854C43DE9}" destId="{13A69522-A330-421A-AA05-12D255FBFABD}" srcOrd="2" destOrd="0" parTransId="{25742294-E9DE-49A0-8749-156B418C2A25}" sibTransId="{9B293D69-4987-4F00-9824-2D55D27CC920}"/>
    <dgm:cxn modelId="{580EBBD7-F809-4F6D-9F6F-EDA728E5837C}" type="presOf" srcId="{14AE3A67-8E35-42C2-B0D3-91B7F590AC97}" destId="{75ADBF72-0AF5-49B3-97A9-B81A16A6BB6D}" srcOrd="0" destOrd="0" presId="urn:microsoft.com/office/officeart/2005/8/layout/matrix3"/>
    <dgm:cxn modelId="{ACCD82DB-AAEB-4F98-A657-595DEE0D1C62}" type="presOf" srcId="{13A69522-A330-421A-AA05-12D255FBFABD}" destId="{20864B17-D296-4785-92BC-689A50854A86}" srcOrd="0" destOrd="0" presId="urn:microsoft.com/office/officeart/2005/8/layout/matrix3"/>
    <dgm:cxn modelId="{F4F358E1-149C-4B07-9379-DD0C5528678C}" srcId="{20DED7E9-A245-453E-A4C9-880854C43DE9}" destId="{14AE3A67-8E35-42C2-B0D3-91B7F590AC97}" srcOrd="0" destOrd="0" parTransId="{E43291B6-64C8-45E9-A419-B652B833C665}" sibTransId="{E1986363-E895-4832-B6AA-D7767F5A0F56}"/>
    <dgm:cxn modelId="{BB06139D-DF9E-42C8-908D-170A7F465309}" type="presParOf" srcId="{0233A3BB-F2D7-47EA-B609-B747350063A2}" destId="{EB2EC3CE-7645-4BD5-9883-71C293645479}" srcOrd="0" destOrd="0" presId="urn:microsoft.com/office/officeart/2005/8/layout/matrix3"/>
    <dgm:cxn modelId="{E01BA164-5594-4F31-A33B-32D4328D2B67}" type="presParOf" srcId="{0233A3BB-F2D7-47EA-B609-B747350063A2}" destId="{75ADBF72-0AF5-49B3-97A9-B81A16A6BB6D}" srcOrd="1" destOrd="0" presId="urn:microsoft.com/office/officeart/2005/8/layout/matrix3"/>
    <dgm:cxn modelId="{6C02C070-D18C-4E25-B8B1-F706DC5EBBFE}" type="presParOf" srcId="{0233A3BB-F2D7-47EA-B609-B747350063A2}" destId="{BE1E3909-BED8-49D9-A70E-0AD505938383}" srcOrd="2" destOrd="0" presId="urn:microsoft.com/office/officeart/2005/8/layout/matrix3"/>
    <dgm:cxn modelId="{9D3A3B4F-E153-451A-886B-3CDD0258E38B}" type="presParOf" srcId="{0233A3BB-F2D7-47EA-B609-B747350063A2}" destId="{20864B17-D296-4785-92BC-689A50854A86}" srcOrd="3" destOrd="0" presId="urn:microsoft.com/office/officeart/2005/8/layout/matrix3"/>
    <dgm:cxn modelId="{698988F6-6EB4-447A-9688-EE76449A7109}" type="presParOf" srcId="{0233A3BB-F2D7-47EA-B609-B747350063A2}" destId="{30D332DD-DF6E-4C55-9EEB-49AD616FE47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66D742C-CE73-448C-B25D-D706DD81D58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1672A29-D95A-4D72-9552-1618B44185B6}">
      <dgm:prSet/>
      <dgm:spPr/>
      <dgm:t>
        <a:bodyPr/>
        <a:lstStyle/>
        <a:p>
          <a:r>
            <a:rPr lang="en-US"/>
            <a:t>1- Create a vue app:</a:t>
          </a:r>
        </a:p>
      </dgm:t>
    </dgm:pt>
    <dgm:pt modelId="{0766AAB3-EA6F-4E35-BC30-CA47824152FD}" type="parTrans" cxnId="{D9CB6628-8E41-4522-8A5A-28E6446E7EDE}">
      <dgm:prSet/>
      <dgm:spPr/>
      <dgm:t>
        <a:bodyPr/>
        <a:lstStyle/>
        <a:p>
          <a:endParaRPr lang="en-US"/>
        </a:p>
      </dgm:t>
    </dgm:pt>
    <dgm:pt modelId="{AD1DC372-5BAE-4F20-8E10-4DD6AFE6CA75}" type="sibTrans" cxnId="{D9CB6628-8E41-4522-8A5A-28E6446E7EDE}">
      <dgm:prSet/>
      <dgm:spPr/>
      <dgm:t>
        <a:bodyPr/>
        <a:lstStyle/>
        <a:p>
          <a:endParaRPr lang="en-US"/>
        </a:p>
      </dgm:t>
    </dgm:pt>
    <dgm:pt modelId="{F77CB461-B7CC-4BA2-A33D-EC6DD5578057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npm</a:t>
          </a:r>
          <a:r>
            <a:rPr lang="en-US" dirty="0"/>
            <a:t> create </a:t>
          </a:r>
          <a:r>
            <a:rPr lang="en-US" dirty="0" err="1"/>
            <a:t>vue@latest</a:t>
          </a:r>
          <a:endParaRPr lang="en-US" dirty="0"/>
        </a:p>
      </dgm:t>
    </dgm:pt>
    <dgm:pt modelId="{AA6149EB-399C-4A70-9D51-7B7D050A7AE4}" type="parTrans" cxnId="{AB3BF65D-7C6D-4B70-A37A-4B17A649A01B}">
      <dgm:prSet/>
      <dgm:spPr/>
      <dgm:t>
        <a:bodyPr/>
        <a:lstStyle/>
        <a:p>
          <a:endParaRPr lang="en-US"/>
        </a:p>
      </dgm:t>
    </dgm:pt>
    <dgm:pt modelId="{A965E163-78F6-4719-A7FA-34C96A122D0E}" type="sibTrans" cxnId="{AB3BF65D-7C6D-4B70-A37A-4B17A649A01B}">
      <dgm:prSet/>
      <dgm:spPr/>
      <dgm:t>
        <a:bodyPr/>
        <a:lstStyle/>
        <a:p>
          <a:endParaRPr lang="en-US"/>
        </a:p>
      </dgm:t>
    </dgm:pt>
    <dgm:pt modelId="{52D401A3-6146-43BA-B98D-A706010CEB24}">
      <dgm:prSet/>
      <dgm:spPr/>
      <dgm:t>
        <a:bodyPr/>
        <a:lstStyle/>
        <a:p>
          <a:r>
            <a:rPr lang="en-US"/>
            <a:t>2- Install the dependencies:</a:t>
          </a:r>
        </a:p>
      </dgm:t>
    </dgm:pt>
    <dgm:pt modelId="{AFB728E1-B31C-4F12-A23E-14D4576F489C}" type="parTrans" cxnId="{E0960B04-906A-4142-B09C-9C9FC951616F}">
      <dgm:prSet/>
      <dgm:spPr/>
      <dgm:t>
        <a:bodyPr/>
        <a:lstStyle/>
        <a:p>
          <a:endParaRPr lang="en-US"/>
        </a:p>
      </dgm:t>
    </dgm:pt>
    <dgm:pt modelId="{FF3BDEB3-18B4-48D7-B772-2CDC9562B16E}" type="sibTrans" cxnId="{E0960B04-906A-4142-B09C-9C9FC951616F}">
      <dgm:prSet/>
      <dgm:spPr/>
      <dgm:t>
        <a:bodyPr/>
        <a:lstStyle/>
        <a:p>
          <a:endParaRPr lang="en-US"/>
        </a:p>
      </dgm:t>
    </dgm:pt>
    <dgm:pt modelId="{524F9257-43E6-4B96-B837-D20A175DE3A9}">
      <dgm:prSet/>
      <dgm:spPr/>
      <dgm:t>
        <a:bodyPr/>
        <a:lstStyle/>
        <a:p>
          <a:r>
            <a:rPr lang="en-US"/>
            <a:t>- npm I</a:t>
          </a:r>
        </a:p>
      </dgm:t>
    </dgm:pt>
    <dgm:pt modelId="{FD7647A6-1063-4912-A9E6-EEF990DE7BF6}" type="parTrans" cxnId="{E7EF168F-50F0-49AA-9863-DC7DA45F90F9}">
      <dgm:prSet/>
      <dgm:spPr/>
      <dgm:t>
        <a:bodyPr/>
        <a:lstStyle/>
        <a:p>
          <a:endParaRPr lang="en-US"/>
        </a:p>
      </dgm:t>
    </dgm:pt>
    <dgm:pt modelId="{9A29280E-85ED-40EF-8502-F3954CDEF160}" type="sibTrans" cxnId="{E7EF168F-50F0-49AA-9863-DC7DA45F90F9}">
      <dgm:prSet/>
      <dgm:spPr/>
      <dgm:t>
        <a:bodyPr/>
        <a:lstStyle/>
        <a:p>
          <a:endParaRPr lang="en-US"/>
        </a:p>
      </dgm:t>
    </dgm:pt>
    <dgm:pt modelId="{16B3B1A8-B144-4832-8D0B-B6AE6AA4D97E}">
      <dgm:prSet/>
      <dgm:spPr/>
      <dgm:t>
        <a:bodyPr/>
        <a:lstStyle/>
        <a:p>
          <a:r>
            <a:rPr lang="en-US"/>
            <a:t>3- Run the project</a:t>
          </a:r>
        </a:p>
      </dgm:t>
    </dgm:pt>
    <dgm:pt modelId="{5B23D0F3-DD57-4DCC-96B6-CF9189097A5C}" type="parTrans" cxnId="{6EE9AB3E-093E-47A9-AEDA-37F0D083819D}">
      <dgm:prSet/>
      <dgm:spPr/>
      <dgm:t>
        <a:bodyPr/>
        <a:lstStyle/>
        <a:p>
          <a:endParaRPr lang="en-US"/>
        </a:p>
      </dgm:t>
    </dgm:pt>
    <dgm:pt modelId="{24D2A4F8-871E-4D19-AD5D-D1389B7413D4}" type="sibTrans" cxnId="{6EE9AB3E-093E-47A9-AEDA-37F0D083819D}">
      <dgm:prSet/>
      <dgm:spPr/>
      <dgm:t>
        <a:bodyPr/>
        <a:lstStyle/>
        <a:p>
          <a:endParaRPr lang="en-US"/>
        </a:p>
      </dgm:t>
    </dgm:pt>
    <dgm:pt modelId="{4E840C52-A050-4579-A794-BB2538CAEEF2}">
      <dgm:prSet/>
      <dgm:spPr/>
      <dgm:t>
        <a:bodyPr/>
        <a:lstStyle/>
        <a:p>
          <a:r>
            <a:rPr lang="en-US"/>
            <a:t>- npm run dev</a:t>
          </a:r>
        </a:p>
      </dgm:t>
    </dgm:pt>
    <dgm:pt modelId="{E73C4043-BF7C-4B34-A149-BC6181282CB5}" type="parTrans" cxnId="{5866BAE0-F837-4D91-98A6-2B27686685A0}">
      <dgm:prSet/>
      <dgm:spPr/>
      <dgm:t>
        <a:bodyPr/>
        <a:lstStyle/>
        <a:p>
          <a:endParaRPr lang="en-US"/>
        </a:p>
      </dgm:t>
    </dgm:pt>
    <dgm:pt modelId="{1BC3F958-6603-4FC7-864D-F2434E30BF95}" type="sibTrans" cxnId="{5866BAE0-F837-4D91-98A6-2B27686685A0}">
      <dgm:prSet/>
      <dgm:spPr/>
      <dgm:t>
        <a:bodyPr/>
        <a:lstStyle/>
        <a:p>
          <a:endParaRPr lang="en-US"/>
        </a:p>
      </dgm:t>
    </dgm:pt>
    <dgm:pt modelId="{BE512C31-7298-4283-8018-24D287B0F1E4}" type="pres">
      <dgm:prSet presAssocID="{566D742C-CE73-448C-B25D-D706DD81D586}" presName="root" presStyleCnt="0">
        <dgm:presLayoutVars>
          <dgm:dir/>
          <dgm:resizeHandles val="exact"/>
        </dgm:presLayoutVars>
      </dgm:prSet>
      <dgm:spPr/>
    </dgm:pt>
    <dgm:pt modelId="{8E9BA0E4-C757-4168-95D6-24492417A557}" type="pres">
      <dgm:prSet presAssocID="{A1672A29-D95A-4D72-9552-1618B44185B6}" presName="compNode" presStyleCnt="0"/>
      <dgm:spPr/>
    </dgm:pt>
    <dgm:pt modelId="{671617A5-2299-4CC3-B6D9-46FF6EF18B14}" type="pres">
      <dgm:prSet presAssocID="{A1672A29-D95A-4D72-9552-1618B44185B6}" presName="bgRect" presStyleLbl="bgShp" presStyleIdx="0" presStyleCnt="3"/>
      <dgm:spPr/>
    </dgm:pt>
    <dgm:pt modelId="{9AF7605B-94B3-453E-AC9A-765C8BADE1E4}" type="pres">
      <dgm:prSet presAssocID="{A1672A29-D95A-4D72-9552-1618B44185B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atre"/>
        </a:ext>
      </dgm:extLst>
    </dgm:pt>
    <dgm:pt modelId="{204B5126-6676-4A84-8D0B-2AE18D5D24A5}" type="pres">
      <dgm:prSet presAssocID="{A1672A29-D95A-4D72-9552-1618B44185B6}" presName="spaceRect" presStyleCnt="0"/>
      <dgm:spPr/>
    </dgm:pt>
    <dgm:pt modelId="{42B92EF3-9473-448B-9391-993A65B91ACD}" type="pres">
      <dgm:prSet presAssocID="{A1672A29-D95A-4D72-9552-1618B44185B6}" presName="parTx" presStyleLbl="revTx" presStyleIdx="0" presStyleCnt="6">
        <dgm:presLayoutVars>
          <dgm:chMax val="0"/>
          <dgm:chPref val="0"/>
        </dgm:presLayoutVars>
      </dgm:prSet>
      <dgm:spPr/>
    </dgm:pt>
    <dgm:pt modelId="{0A8253D6-4960-4524-88FB-4BF087F70F76}" type="pres">
      <dgm:prSet presAssocID="{A1672A29-D95A-4D72-9552-1618B44185B6}" presName="desTx" presStyleLbl="revTx" presStyleIdx="1" presStyleCnt="6">
        <dgm:presLayoutVars/>
      </dgm:prSet>
      <dgm:spPr/>
    </dgm:pt>
    <dgm:pt modelId="{ECDC68A6-2B24-456A-B94D-448196477DF2}" type="pres">
      <dgm:prSet presAssocID="{AD1DC372-5BAE-4F20-8E10-4DD6AFE6CA75}" presName="sibTrans" presStyleCnt="0"/>
      <dgm:spPr/>
    </dgm:pt>
    <dgm:pt modelId="{AEBCF192-4D9D-4EA0-AB1A-B82FD93DA545}" type="pres">
      <dgm:prSet presAssocID="{52D401A3-6146-43BA-B98D-A706010CEB24}" presName="compNode" presStyleCnt="0"/>
      <dgm:spPr/>
    </dgm:pt>
    <dgm:pt modelId="{DE75FAEE-610C-488B-AA24-7ADE09486D20}" type="pres">
      <dgm:prSet presAssocID="{52D401A3-6146-43BA-B98D-A706010CEB24}" presName="bgRect" presStyleLbl="bgShp" presStyleIdx="1" presStyleCnt="3"/>
      <dgm:spPr/>
    </dgm:pt>
    <dgm:pt modelId="{3C115A9B-88C8-41CA-B49F-619B664AAB53}" type="pres">
      <dgm:prSet presAssocID="{52D401A3-6146-43BA-B98D-A706010CEB2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681EFC2-4BFB-49D9-9194-5238DF85D199}" type="pres">
      <dgm:prSet presAssocID="{52D401A3-6146-43BA-B98D-A706010CEB24}" presName="spaceRect" presStyleCnt="0"/>
      <dgm:spPr/>
    </dgm:pt>
    <dgm:pt modelId="{38A5F0E3-2B96-426C-A88B-201434B3079E}" type="pres">
      <dgm:prSet presAssocID="{52D401A3-6146-43BA-B98D-A706010CEB24}" presName="parTx" presStyleLbl="revTx" presStyleIdx="2" presStyleCnt="6">
        <dgm:presLayoutVars>
          <dgm:chMax val="0"/>
          <dgm:chPref val="0"/>
        </dgm:presLayoutVars>
      </dgm:prSet>
      <dgm:spPr/>
    </dgm:pt>
    <dgm:pt modelId="{75FBBA93-6B4D-4246-A668-578A7D231947}" type="pres">
      <dgm:prSet presAssocID="{52D401A3-6146-43BA-B98D-A706010CEB24}" presName="desTx" presStyleLbl="revTx" presStyleIdx="3" presStyleCnt="6">
        <dgm:presLayoutVars/>
      </dgm:prSet>
      <dgm:spPr/>
    </dgm:pt>
    <dgm:pt modelId="{FD2A9B00-08A6-4646-BD07-C8E083E64F69}" type="pres">
      <dgm:prSet presAssocID="{FF3BDEB3-18B4-48D7-B772-2CDC9562B16E}" presName="sibTrans" presStyleCnt="0"/>
      <dgm:spPr/>
    </dgm:pt>
    <dgm:pt modelId="{08578A36-A7F0-4F55-A244-28DF8F7C72C2}" type="pres">
      <dgm:prSet presAssocID="{16B3B1A8-B144-4832-8D0B-B6AE6AA4D97E}" presName="compNode" presStyleCnt="0"/>
      <dgm:spPr/>
    </dgm:pt>
    <dgm:pt modelId="{62888DDB-B6AB-4363-BDA3-5E796C6ED85D}" type="pres">
      <dgm:prSet presAssocID="{16B3B1A8-B144-4832-8D0B-B6AE6AA4D97E}" presName="bgRect" presStyleLbl="bgShp" presStyleIdx="2" presStyleCnt="3"/>
      <dgm:spPr/>
    </dgm:pt>
    <dgm:pt modelId="{1C6D555E-A8AF-4706-BD6E-ED571B9F1C83}" type="pres">
      <dgm:prSet presAssocID="{16B3B1A8-B144-4832-8D0B-B6AE6AA4D97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9E75452C-BEF1-4E4D-A3C7-A99E4BA860B2}" type="pres">
      <dgm:prSet presAssocID="{16B3B1A8-B144-4832-8D0B-B6AE6AA4D97E}" presName="spaceRect" presStyleCnt="0"/>
      <dgm:spPr/>
    </dgm:pt>
    <dgm:pt modelId="{CF10FB77-54EB-44CF-A31B-370DA401E03F}" type="pres">
      <dgm:prSet presAssocID="{16B3B1A8-B144-4832-8D0B-B6AE6AA4D97E}" presName="parTx" presStyleLbl="revTx" presStyleIdx="4" presStyleCnt="6">
        <dgm:presLayoutVars>
          <dgm:chMax val="0"/>
          <dgm:chPref val="0"/>
        </dgm:presLayoutVars>
      </dgm:prSet>
      <dgm:spPr/>
    </dgm:pt>
    <dgm:pt modelId="{75152F65-6A7D-46D1-86E9-2764902B36F0}" type="pres">
      <dgm:prSet presAssocID="{16B3B1A8-B144-4832-8D0B-B6AE6AA4D97E}" presName="desTx" presStyleLbl="revTx" presStyleIdx="5" presStyleCnt="6">
        <dgm:presLayoutVars/>
      </dgm:prSet>
      <dgm:spPr/>
    </dgm:pt>
  </dgm:ptLst>
  <dgm:cxnLst>
    <dgm:cxn modelId="{E0960B04-906A-4142-B09C-9C9FC951616F}" srcId="{566D742C-CE73-448C-B25D-D706DD81D586}" destId="{52D401A3-6146-43BA-B98D-A706010CEB24}" srcOrd="1" destOrd="0" parTransId="{AFB728E1-B31C-4F12-A23E-14D4576F489C}" sibTransId="{FF3BDEB3-18B4-48D7-B772-2CDC9562B16E}"/>
    <dgm:cxn modelId="{D9CB6628-8E41-4522-8A5A-28E6446E7EDE}" srcId="{566D742C-CE73-448C-B25D-D706DD81D586}" destId="{A1672A29-D95A-4D72-9552-1618B44185B6}" srcOrd="0" destOrd="0" parTransId="{0766AAB3-EA6F-4E35-BC30-CA47824152FD}" sibTransId="{AD1DC372-5BAE-4F20-8E10-4DD6AFE6CA75}"/>
    <dgm:cxn modelId="{B7C6D028-7E85-413D-BFBE-DCB6DF340392}" type="presOf" srcId="{4E840C52-A050-4579-A794-BB2538CAEEF2}" destId="{75152F65-6A7D-46D1-86E9-2764902B36F0}" srcOrd="0" destOrd="0" presId="urn:microsoft.com/office/officeart/2018/2/layout/IconVerticalSolidList"/>
    <dgm:cxn modelId="{0D2D0B31-654A-4E71-9CE5-D622E95E6AB8}" type="presOf" srcId="{52D401A3-6146-43BA-B98D-A706010CEB24}" destId="{38A5F0E3-2B96-426C-A88B-201434B3079E}" srcOrd="0" destOrd="0" presId="urn:microsoft.com/office/officeart/2018/2/layout/IconVerticalSolidList"/>
    <dgm:cxn modelId="{6EE9AB3E-093E-47A9-AEDA-37F0D083819D}" srcId="{566D742C-CE73-448C-B25D-D706DD81D586}" destId="{16B3B1A8-B144-4832-8D0B-B6AE6AA4D97E}" srcOrd="2" destOrd="0" parTransId="{5B23D0F3-DD57-4DCC-96B6-CF9189097A5C}" sibTransId="{24D2A4F8-871E-4D19-AD5D-D1389B7413D4}"/>
    <dgm:cxn modelId="{4B721A5C-EEBA-4DF2-A4CF-7932BEB041C8}" type="presOf" srcId="{524F9257-43E6-4B96-B837-D20A175DE3A9}" destId="{75FBBA93-6B4D-4246-A668-578A7D231947}" srcOrd="0" destOrd="0" presId="urn:microsoft.com/office/officeart/2018/2/layout/IconVerticalSolidList"/>
    <dgm:cxn modelId="{AB3BF65D-7C6D-4B70-A37A-4B17A649A01B}" srcId="{A1672A29-D95A-4D72-9552-1618B44185B6}" destId="{F77CB461-B7CC-4BA2-A33D-EC6DD5578057}" srcOrd="0" destOrd="0" parTransId="{AA6149EB-399C-4A70-9D51-7B7D050A7AE4}" sibTransId="{A965E163-78F6-4719-A7FA-34C96A122D0E}"/>
    <dgm:cxn modelId="{39F20451-C62D-4FF2-858A-1DE2FCE4C54D}" type="presOf" srcId="{566D742C-CE73-448C-B25D-D706DD81D586}" destId="{BE512C31-7298-4283-8018-24D287B0F1E4}" srcOrd="0" destOrd="0" presId="urn:microsoft.com/office/officeart/2018/2/layout/IconVerticalSolidList"/>
    <dgm:cxn modelId="{6E3B5975-32D0-4E2C-9825-6C9FC278CF20}" type="presOf" srcId="{16B3B1A8-B144-4832-8D0B-B6AE6AA4D97E}" destId="{CF10FB77-54EB-44CF-A31B-370DA401E03F}" srcOrd="0" destOrd="0" presId="urn:microsoft.com/office/officeart/2018/2/layout/IconVerticalSolidList"/>
    <dgm:cxn modelId="{5784437D-C594-4DB3-AB8F-E39792B23804}" type="presOf" srcId="{A1672A29-D95A-4D72-9552-1618B44185B6}" destId="{42B92EF3-9473-448B-9391-993A65B91ACD}" srcOrd="0" destOrd="0" presId="urn:microsoft.com/office/officeart/2018/2/layout/IconVerticalSolidList"/>
    <dgm:cxn modelId="{E7EF168F-50F0-49AA-9863-DC7DA45F90F9}" srcId="{52D401A3-6146-43BA-B98D-A706010CEB24}" destId="{524F9257-43E6-4B96-B837-D20A175DE3A9}" srcOrd="0" destOrd="0" parTransId="{FD7647A6-1063-4912-A9E6-EEF990DE7BF6}" sibTransId="{9A29280E-85ED-40EF-8502-F3954CDEF160}"/>
    <dgm:cxn modelId="{738430C3-F399-4454-8BE5-2A2CCCA96332}" type="presOf" srcId="{F77CB461-B7CC-4BA2-A33D-EC6DD5578057}" destId="{0A8253D6-4960-4524-88FB-4BF087F70F76}" srcOrd="0" destOrd="0" presId="urn:microsoft.com/office/officeart/2018/2/layout/IconVerticalSolidList"/>
    <dgm:cxn modelId="{5866BAE0-F837-4D91-98A6-2B27686685A0}" srcId="{16B3B1A8-B144-4832-8D0B-B6AE6AA4D97E}" destId="{4E840C52-A050-4579-A794-BB2538CAEEF2}" srcOrd="0" destOrd="0" parTransId="{E73C4043-BF7C-4B34-A149-BC6181282CB5}" sibTransId="{1BC3F958-6603-4FC7-864D-F2434E30BF95}"/>
    <dgm:cxn modelId="{66ED8FDB-809B-4207-8C75-C142CE5D3FBA}" type="presParOf" srcId="{BE512C31-7298-4283-8018-24D287B0F1E4}" destId="{8E9BA0E4-C757-4168-95D6-24492417A557}" srcOrd="0" destOrd="0" presId="urn:microsoft.com/office/officeart/2018/2/layout/IconVerticalSolidList"/>
    <dgm:cxn modelId="{A6BD937D-30D1-4666-ABE0-9AA677AD1511}" type="presParOf" srcId="{8E9BA0E4-C757-4168-95D6-24492417A557}" destId="{671617A5-2299-4CC3-B6D9-46FF6EF18B14}" srcOrd="0" destOrd="0" presId="urn:microsoft.com/office/officeart/2018/2/layout/IconVerticalSolidList"/>
    <dgm:cxn modelId="{1C93803A-EDB5-4499-B23E-2811E88A825A}" type="presParOf" srcId="{8E9BA0E4-C757-4168-95D6-24492417A557}" destId="{9AF7605B-94B3-453E-AC9A-765C8BADE1E4}" srcOrd="1" destOrd="0" presId="urn:microsoft.com/office/officeart/2018/2/layout/IconVerticalSolidList"/>
    <dgm:cxn modelId="{78496ABF-6E4D-43D9-9E97-E07F9E0D4053}" type="presParOf" srcId="{8E9BA0E4-C757-4168-95D6-24492417A557}" destId="{204B5126-6676-4A84-8D0B-2AE18D5D24A5}" srcOrd="2" destOrd="0" presId="urn:microsoft.com/office/officeart/2018/2/layout/IconVerticalSolidList"/>
    <dgm:cxn modelId="{C12C5198-12FF-4947-A3BD-60F0D2263F95}" type="presParOf" srcId="{8E9BA0E4-C757-4168-95D6-24492417A557}" destId="{42B92EF3-9473-448B-9391-993A65B91ACD}" srcOrd="3" destOrd="0" presId="urn:microsoft.com/office/officeart/2018/2/layout/IconVerticalSolidList"/>
    <dgm:cxn modelId="{44960F96-31EB-4977-BA75-2A32D6A55BD9}" type="presParOf" srcId="{8E9BA0E4-C757-4168-95D6-24492417A557}" destId="{0A8253D6-4960-4524-88FB-4BF087F70F76}" srcOrd="4" destOrd="0" presId="urn:microsoft.com/office/officeart/2018/2/layout/IconVerticalSolidList"/>
    <dgm:cxn modelId="{4BAD1674-FC20-4542-8B60-0EA98EC09505}" type="presParOf" srcId="{BE512C31-7298-4283-8018-24D287B0F1E4}" destId="{ECDC68A6-2B24-456A-B94D-448196477DF2}" srcOrd="1" destOrd="0" presId="urn:microsoft.com/office/officeart/2018/2/layout/IconVerticalSolidList"/>
    <dgm:cxn modelId="{5B6A5D99-B698-4AE3-84D7-352565671522}" type="presParOf" srcId="{BE512C31-7298-4283-8018-24D287B0F1E4}" destId="{AEBCF192-4D9D-4EA0-AB1A-B82FD93DA545}" srcOrd="2" destOrd="0" presId="urn:microsoft.com/office/officeart/2018/2/layout/IconVerticalSolidList"/>
    <dgm:cxn modelId="{A2B25C16-97D8-456C-8D7A-88B747D42AE0}" type="presParOf" srcId="{AEBCF192-4D9D-4EA0-AB1A-B82FD93DA545}" destId="{DE75FAEE-610C-488B-AA24-7ADE09486D20}" srcOrd="0" destOrd="0" presId="urn:microsoft.com/office/officeart/2018/2/layout/IconVerticalSolidList"/>
    <dgm:cxn modelId="{C6F0D9F8-4733-44F5-AA20-FB488B09A32A}" type="presParOf" srcId="{AEBCF192-4D9D-4EA0-AB1A-B82FD93DA545}" destId="{3C115A9B-88C8-41CA-B49F-619B664AAB53}" srcOrd="1" destOrd="0" presId="urn:microsoft.com/office/officeart/2018/2/layout/IconVerticalSolidList"/>
    <dgm:cxn modelId="{79ADE288-A019-4DA8-8C21-CB3AD0CBD0CA}" type="presParOf" srcId="{AEBCF192-4D9D-4EA0-AB1A-B82FD93DA545}" destId="{1681EFC2-4BFB-49D9-9194-5238DF85D199}" srcOrd="2" destOrd="0" presId="urn:microsoft.com/office/officeart/2018/2/layout/IconVerticalSolidList"/>
    <dgm:cxn modelId="{394FAAAB-B13F-45B3-BDE8-9D0DD5A7DF3B}" type="presParOf" srcId="{AEBCF192-4D9D-4EA0-AB1A-B82FD93DA545}" destId="{38A5F0E3-2B96-426C-A88B-201434B3079E}" srcOrd="3" destOrd="0" presId="urn:microsoft.com/office/officeart/2018/2/layout/IconVerticalSolidList"/>
    <dgm:cxn modelId="{FCB2353D-0E3F-4855-827C-CE2F99C7F7C4}" type="presParOf" srcId="{AEBCF192-4D9D-4EA0-AB1A-B82FD93DA545}" destId="{75FBBA93-6B4D-4246-A668-578A7D231947}" srcOrd="4" destOrd="0" presId="urn:microsoft.com/office/officeart/2018/2/layout/IconVerticalSolidList"/>
    <dgm:cxn modelId="{CD146638-2A41-4F68-BAFB-0195E43B194A}" type="presParOf" srcId="{BE512C31-7298-4283-8018-24D287B0F1E4}" destId="{FD2A9B00-08A6-4646-BD07-C8E083E64F69}" srcOrd="3" destOrd="0" presId="urn:microsoft.com/office/officeart/2018/2/layout/IconVerticalSolidList"/>
    <dgm:cxn modelId="{4A587B3D-1E6A-4D51-BD94-4EE037CEABF5}" type="presParOf" srcId="{BE512C31-7298-4283-8018-24D287B0F1E4}" destId="{08578A36-A7F0-4F55-A244-28DF8F7C72C2}" srcOrd="4" destOrd="0" presId="urn:microsoft.com/office/officeart/2018/2/layout/IconVerticalSolidList"/>
    <dgm:cxn modelId="{38D44AB7-1CBB-4A72-A733-DFCB7047AE73}" type="presParOf" srcId="{08578A36-A7F0-4F55-A244-28DF8F7C72C2}" destId="{62888DDB-B6AB-4363-BDA3-5E796C6ED85D}" srcOrd="0" destOrd="0" presId="urn:microsoft.com/office/officeart/2018/2/layout/IconVerticalSolidList"/>
    <dgm:cxn modelId="{E125DD5C-1147-404A-9912-D843C93DADB0}" type="presParOf" srcId="{08578A36-A7F0-4F55-A244-28DF8F7C72C2}" destId="{1C6D555E-A8AF-4706-BD6E-ED571B9F1C83}" srcOrd="1" destOrd="0" presId="urn:microsoft.com/office/officeart/2018/2/layout/IconVerticalSolidList"/>
    <dgm:cxn modelId="{123A5943-8147-4C99-8176-324AD9B34C16}" type="presParOf" srcId="{08578A36-A7F0-4F55-A244-28DF8F7C72C2}" destId="{9E75452C-BEF1-4E4D-A3C7-A99E4BA860B2}" srcOrd="2" destOrd="0" presId="urn:microsoft.com/office/officeart/2018/2/layout/IconVerticalSolidList"/>
    <dgm:cxn modelId="{2A355B04-0333-450E-B15E-88DAABC697E0}" type="presParOf" srcId="{08578A36-A7F0-4F55-A244-28DF8F7C72C2}" destId="{CF10FB77-54EB-44CF-A31B-370DA401E03F}" srcOrd="3" destOrd="0" presId="urn:microsoft.com/office/officeart/2018/2/layout/IconVerticalSolidList"/>
    <dgm:cxn modelId="{CC6BDB2E-E596-40BE-9EE0-583D97754207}" type="presParOf" srcId="{08578A36-A7F0-4F55-A244-28DF8F7C72C2}" destId="{75152F65-6A7D-46D1-86E9-2764902B36F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179A15-B39F-46DF-8B89-06935C6098D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365033-CAD8-4870-96B4-E721ABE9F1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Directives are special </a:t>
          </a:r>
          <a:r>
            <a:rPr lang="en-US" b="1"/>
            <a:t>attributes</a:t>
          </a:r>
          <a:r>
            <a:rPr lang="en-US"/>
            <a:t> in Vue that start with v-.</a:t>
          </a:r>
          <a:br>
            <a:rPr lang="en-US"/>
          </a:br>
          <a:r>
            <a:rPr lang="en-US"/>
            <a:t>They tell Vue to </a:t>
          </a:r>
          <a:r>
            <a:rPr lang="en-US" b="1"/>
            <a:t>do something dynamic</a:t>
          </a:r>
          <a:r>
            <a:rPr lang="en-US"/>
            <a:t> with the DOM — like showing, hiding, looping, or binding values.</a:t>
          </a:r>
        </a:p>
      </dgm:t>
    </dgm:pt>
    <dgm:pt modelId="{9C8812EA-2334-43B2-9237-BA2719CD0918}" type="parTrans" cxnId="{3A881370-2352-4D45-8644-CDEF015C84D7}">
      <dgm:prSet/>
      <dgm:spPr/>
      <dgm:t>
        <a:bodyPr/>
        <a:lstStyle/>
        <a:p>
          <a:endParaRPr lang="en-US"/>
        </a:p>
      </dgm:t>
    </dgm:pt>
    <dgm:pt modelId="{B8681A8E-D7D4-4C8D-A2A7-E1AFCB986FD9}" type="sibTrans" cxnId="{3A881370-2352-4D45-8644-CDEF015C84D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0EE1435-103C-48A5-B749-6E00C8A820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They bridge </a:t>
          </a:r>
          <a:r>
            <a:rPr lang="en-US" b="1" dirty="0"/>
            <a:t>HTML (structure)</a:t>
          </a:r>
          <a:r>
            <a:rPr lang="en-US" dirty="0"/>
            <a:t> and </a:t>
          </a:r>
          <a:r>
            <a:rPr lang="en-US" b="1" dirty="0"/>
            <a:t>JavaScript (logic)</a:t>
          </a:r>
          <a:r>
            <a:rPr lang="en-US" dirty="0"/>
            <a:t> — allowing you to make your UI respond instantly to data changes.</a:t>
          </a:r>
        </a:p>
      </dgm:t>
    </dgm:pt>
    <dgm:pt modelId="{70E50571-163C-4693-A8BF-150C94752F87}" type="parTrans" cxnId="{C6642037-36B2-4F78-B64E-AAA96BFA8AD1}">
      <dgm:prSet/>
      <dgm:spPr/>
      <dgm:t>
        <a:bodyPr/>
        <a:lstStyle/>
        <a:p>
          <a:endParaRPr lang="en-US"/>
        </a:p>
      </dgm:t>
    </dgm:pt>
    <dgm:pt modelId="{79DB7C94-AE75-4ADB-80CC-AC07F1CE5E56}" type="sibTrans" cxnId="{C6642037-36B2-4F78-B64E-AAA96BFA8AD1}">
      <dgm:prSet/>
      <dgm:spPr/>
      <dgm:t>
        <a:bodyPr/>
        <a:lstStyle/>
        <a:p>
          <a:endParaRPr lang="en-US"/>
        </a:p>
      </dgm:t>
    </dgm:pt>
    <dgm:pt modelId="{3BD30FA0-510C-43C0-B239-8ED79C070BE5}" type="pres">
      <dgm:prSet presAssocID="{83179A15-B39F-46DF-8B89-06935C6098D5}" presName="root" presStyleCnt="0">
        <dgm:presLayoutVars>
          <dgm:dir/>
          <dgm:resizeHandles val="exact"/>
        </dgm:presLayoutVars>
      </dgm:prSet>
      <dgm:spPr/>
    </dgm:pt>
    <dgm:pt modelId="{0F1CF2FF-8C79-4B07-8D0E-F83709FBFA5C}" type="pres">
      <dgm:prSet presAssocID="{83179A15-B39F-46DF-8B89-06935C6098D5}" presName="container" presStyleCnt="0">
        <dgm:presLayoutVars>
          <dgm:dir/>
          <dgm:resizeHandles val="exact"/>
        </dgm:presLayoutVars>
      </dgm:prSet>
      <dgm:spPr/>
    </dgm:pt>
    <dgm:pt modelId="{AF31E9F6-DECD-43A6-8A48-20D810A328BC}" type="pres">
      <dgm:prSet presAssocID="{9C365033-CAD8-4870-96B4-E721ABE9F1B9}" presName="compNode" presStyleCnt="0"/>
      <dgm:spPr/>
    </dgm:pt>
    <dgm:pt modelId="{297A75FD-172E-42AB-A800-51DF3B5EDE86}" type="pres">
      <dgm:prSet presAssocID="{9C365033-CAD8-4870-96B4-E721ABE9F1B9}" presName="iconBgRect" presStyleLbl="bgShp" presStyleIdx="0" presStyleCnt="2"/>
      <dgm:spPr/>
    </dgm:pt>
    <dgm:pt modelId="{327E9122-5C96-4FCB-8F4D-9A67DFFAB723}" type="pres">
      <dgm:prSet presAssocID="{9C365033-CAD8-4870-96B4-E721ABE9F1B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fused Person"/>
        </a:ext>
      </dgm:extLst>
    </dgm:pt>
    <dgm:pt modelId="{91CDBA49-E7B3-498D-AB4B-1A4DE89B9134}" type="pres">
      <dgm:prSet presAssocID="{9C365033-CAD8-4870-96B4-E721ABE9F1B9}" presName="spaceRect" presStyleCnt="0"/>
      <dgm:spPr/>
    </dgm:pt>
    <dgm:pt modelId="{F5EAEC91-F374-4827-B590-965E6B9605AC}" type="pres">
      <dgm:prSet presAssocID="{9C365033-CAD8-4870-96B4-E721ABE9F1B9}" presName="textRect" presStyleLbl="revTx" presStyleIdx="0" presStyleCnt="2">
        <dgm:presLayoutVars>
          <dgm:chMax val="1"/>
          <dgm:chPref val="1"/>
        </dgm:presLayoutVars>
      </dgm:prSet>
      <dgm:spPr/>
    </dgm:pt>
    <dgm:pt modelId="{9FE6ED00-185F-47D7-8A8D-169A8F29BE59}" type="pres">
      <dgm:prSet presAssocID="{B8681A8E-D7D4-4C8D-A2A7-E1AFCB986FD9}" presName="sibTrans" presStyleLbl="sibTrans2D1" presStyleIdx="0" presStyleCnt="0"/>
      <dgm:spPr/>
    </dgm:pt>
    <dgm:pt modelId="{E6B58B9C-CEFD-40B1-BE98-D78A7226867C}" type="pres">
      <dgm:prSet presAssocID="{70EE1435-103C-48A5-B749-6E00C8A820A7}" presName="compNode" presStyleCnt="0"/>
      <dgm:spPr/>
    </dgm:pt>
    <dgm:pt modelId="{BB5D01A8-9257-49A2-867B-956E1B96E4E5}" type="pres">
      <dgm:prSet presAssocID="{70EE1435-103C-48A5-B749-6E00C8A820A7}" presName="iconBgRect" presStyleLbl="bgShp" presStyleIdx="1" presStyleCnt="2"/>
      <dgm:spPr/>
    </dgm:pt>
    <dgm:pt modelId="{F20ACF02-DE4E-479F-8875-FF2133EF531F}" type="pres">
      <dgm:prSet presAssocID="{70EE1435-103C-48A5-B749-6E00C8A820A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B7E4E32-42C7-4F6A-89BC-1763E49F31E7}" type="pres">
      <dgm:prSet presAssocID="{70EE1435-103C-48A5-B749-6E00C8A820A7}" presName="spaceRect" presStyleCnt="0"/>
      <dgm:spPr/>
    </dgm:pt>
    <dgm:pt modelId="{35FC900D-4A06-4889-BE62-7E1A91C34581}" type="pres">
      <dgm:prSet presAssocID="{70EE1435-103C-48A5-B749-6E00C8A820A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6642037-36B2-4F78-B64E-AAA96BFA8AD1}" srcId="{83179A15-B39F-46DF-8B89-06935C6098D5}" destId="{70EE1435-103C-48A5-B749-6E00C8A820A7}" srcOrd="1" destOrd="0" parTransId="{70E50571-163C-4693-A8BF-150C94752F87}" sibTransId="{79DB7C94-AE75-4ADB-80CC-AC07F1CE5E56}"/>
    <dgm:cxn modelId="{3A881370-2352-4D45-8644-CDEF015C84D7}" srcId="{83179A15-B39F-46DF-8B89-06935C6098D5}" destId="{9C365033-CAD8-4870-96B4-E721ABE9F1B9}" srcOrd="0" destOrd="0" parTransId="{9C8812EA-2334-43B2-9237-BA2719CD0918}" sibTransId="{B8681A8E-D7D4-4C8D-A2A7-E1AFCB986FD9}"/>
    <dgm:cxn modelId="{4DB00C53-FB0B-44CB-8831-142F6CE68B3D}" type="presOf" srcId="{70EE1435-103C-48A5-B749-6E00C8A820A7}" destId="{35FC900D-4A06-4889-BE62-7E1A91C34581}" srcOrd="0" destOrd="0" presId="urn:microsoft.com/office/officeart/2018/2/layout/IconCircleList"/>
    <dgm:cxn modelId="{B1A9B285-A7FB-4D93-A6AA-1954C7C6EF5C}" type="presOf" srcId="{9C365033-CAD8-4870-96B4-E721ABE9F1B9}" destId="{F5EAEC91-F374-4827-B590-965E6B9605AC}" srcOrd="0" destOrd="0" presId="urn:microsoft.com/office/officeart/2018/2/layout/IconCircleList"/>
    <dgm:cxn modelId="{59B6DF9E-4852-47F4-B029-4973DFF737B9}" type="presOf" srcId="{83179A15-B39F-46DF-8B89-06935C6098D5}" destId="{3BD30FA0-510C-43C0-B239-8ED79C070BE5}" srcOrd="0" destOrd="0" presId="urn:microsoft.com/office/officeart/2018/2/layout/IconCircleList"/>
    <dgm:cxn modelId="{9FD3E6AB-CFED-41C3-AEBF-7535A2E1A8D6}" type="presOf" srcId="{B8681A8E-D7D4-4C8D-A2A7-E1AFCB986FD9}" destId="{9FE6ED00-185F-47D7-8A8D-169A8F29BE59}" srcOrd="0" destOrd="0" presId="urn:microsoft.com/office/officeart/2018/2/layout/IconCircleList"/>
    <dgm:cxn modelId="{461099ED-4ADC-4A48-A171-8A1DCD84A269}" type="presParOf" srcId="{3BD30FA0-510C-43C0-B239-8ED79C070BE5}" destId="{0F1CF2FF-8C79-4B07-8D0E-F83709FBFA5C}" srcOrd="0" destOrd="0" presId="urn:microsoft.com/office/officeart/2018/2/layout/IconCircleList"/>
    <dgm:cxn modelId="{7E865EAA-9DA6-40CE-BC16-86E7B0E6C5BD}" type="presParOf" srcId="{0F1CF2FF-8C79-4B07-8D0E-F83709FBFA5C}" destId="{AF31E9F6-DECD-43A6-8A48-20D810A328BC}" srcOrd="0" destOrd="0" presId="urn:microsoft.com/office/officeart/2018/2/layout/IconCircleList"/>
    <dgm:cxn modelId="{FBF8ED56-52DF-4C29-AB82-55BC7BF2A1D5}" type="presParOf" srcId="{AF31E9F6-DECD-43A6-8A48-20D810A328BC}" destId="{297A75FD-172E-42AB-A800-51DF3B5EDE86}" srcOrd="0" destOrd="0" presId="urn:microsoft.com/office/officeart/2018/2/layout/IconCircleList"/>
    <dgm:cxn modelId="{02DC1152-F678-441B-992E-0DE9B58D6E4D}" type="presParOf" srcId="{AF31E9F6-DECD-43A6-8A48-20D810A328BC}" destId="{327E9122-5C96-4FCB-8F4D-9A67DFFAB723}" srcOrd="1" destOrd="0" presId="urn:microsoft.com/office/officeart/2018/2/layout/IconCircleList"/>
    <dgm:cxn modelId="{15B034E8-00EB-49AF-8546-FB56E34547B0}" type="presParOf" srcId="{AF31E9F6-DECD-43A6-8A48-20D810A328BC}" destId="{91CDBA49-E7B3-498D-AB4B-1A4DE89B9134}" srcOrd="2" destOrd="0" presId="urn:microsoft.com/office/officeart/2018/2/layout/IconCircleList"/>
    <dgm:cxn modelId="{9EA35F47-EAFF-42D0-B842-3DCF3A82F5BB}" type="presParOf" srcId="{AF31E9F6-DECD-43A6-8A48-20D810A328BC}" destId="{F5EAEC91-F374-4827-B590-965E6B9605AC}" srcOrd="3" destOrd="0" presId="urn:microsoft.com/office/officeart/2018/2/layout/IconCircleList"/>
    <dgm:cxn modelId="{6A7181C3-B0C1-4932-AE2A-5FFA3E128BE9}" type="presParOf" srcId="{0F1CF2FF-8C79-4B07-8D0E-F83709FBFA5C}" destId="{9FE6ED00-185F-47D7-8A8D-169A8F29BE59}" srcOrd="1" destOrd="0" presId="urn:microsoft.com/office/officeart/2018/2/layout/IconCircleList"/>
    <dgm:cxn modelId="{F9686F38-0AEE-468C-A387-9E4A1438BED7}" type="presParOf" srcId="{0F1CF2FF-8C79-4B07-8D0E-F83709FBFA5C}" destId="{E6B58B9C-CEFD-40B1-BE98-D78A7226867C}" srcOrd="2" destOrd="0" presId="urn:microsoft.com/office/officeart/2018/2/layout/IconCircleList"/>
    <dgm:cxn modelId="{2B2554D6-75BB-4ACF-A2E4-C8C4A31A9240}" type="presParOf" srcId="{E6B58B9C-CEFD-40B1-BE98-D78A7226867C}" destId="{BB5D01A8-9257-49A2-867B-956E1B96E4E5}" srcOrd="0" destOrd="0" presId="urn:microsoft.com/office/officeart/2018/2/layout/IconCircleList"/>
    <dgm:cxn modelId="{778D43A5-19A3-4894-84FA-9577C4144B24}" type="presParOf" srcId="{E6B58B9C-CEFD-40B1-BE98-D78A7226867C}" destId="{F20ACF02-DE4E-479F-8875-FF2133EF531F}" srcOrd="1" destOrd="0" presId="urn:microsoft.com/office/officeart/2018/2/layout/IconCircleList"/>
    <dgm:cxn modelId="{5AAF900B-825E-4FA7-BEE7-F12C625FE479}" type="presParOf" srcId="{E6B58B9C-CEFD-40B1-BE98-D78A7226867C}" destId="{7B7E4E32-42C7-4F6A-89BC-1763E49F31E7}" srcOrd="2" destOrd="0" presId="urn:microsoft.com/office/officeart/2018/2/layout/IconCircleList"/>
    <dgm:cxn modelId="{E02431F6-2D2C-4F9A-869E-B80B8760F14B}" type="presParOf" srcId="{E6B58B9C-CEFD-40B1-BE98-D78A7226867C}" destId="{35FC900D-4A06-4889-BE62-7E1A91C3458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6804DC6-DA5A-46C9-A5E3-EC6BDF5FEF7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1BAAA2E-2169-426E-A7AA-49BB7687FEC5}">
      <dgm:prSet/>
      <dgm:spPr/>
      <dgm:t>
        <a:bodyPr/>
        <a:lstStyle/>
        <a:p>
          <a:r>
            <a:rPr lang="en-US" b="0" i="0" baseline="0"/>
            <a:t>Vue Router is Vue's official routing library </a:t>
          </a:r>
          <a:endParaRPr lang="en-US"/>
        </a:p>
      </dgm:t>
    </dgm:pt>
    <dgm:pt modelId="{285A64B1-307A-4D78-817B-5D912B442F55}" type="parTrans" cxnId="{AD7D4A31-BAF4-4DEC-BDB6-22B3A86084C7}">
      <dgm:prSet/>
      <dgm:spPr/>
      <dgm:t>
        <a:bodyPr/>
        <a:lstStyle/>
        <a:p>
          <a:endParaRPr lang="en-US"/>
        </a:p>
      </dgm:t>
    </dgm:pt>
    <dgm:pt modelId="{FD9F471B-6CB2-451C-8223-6387B37999A6}" type="sibTrans" cxnId="{AD7D4A31-BAF4-4DEC-BDB6-22B3A86084C7}">
      <dgm:prSet/>
      <dgm:spPr/>
      <dgm:t>
        <a:bodyPr/>
        <a:lstStyle/>
        <a:p>
          <a:endParaRPr lang="en-US"/>
        </a:p>
      </dgm:t>
    </dgm:pt>
    <dgm:pt modelId="{E08AD363-2B76-45D8-A1D5-00A969070652}">
      <dgm:prSet/>
      <dgm:spPr/>
      <dgm:t>
        <a:bodyPr/>
        <a:lstStyle/>
        <a:p>
          <a:r>
            <a:rPr lang="en-US" b="0" i="0" baseline="0"/>
            <a:t>Maps URL paths to View components </a:t>
          </a:r>
          <a:endParaRPr lang="en-US"/>
        </a:p>
      </dgm:t>
    </dgm:pt>
    <dgm:pt modelId="{D0A5066E-31F7-4877-955E-6BFAB437BC72}" type="parTrans" cxnId="{D8646AB2-BD7A-4232-841D-BE8433ABC9B7}">
      <dgm:prSet/>
      <dgm:spPr/>
      <dgm:t>
        <a:bodyPr/>
        <a:lstStyle/>
        <a:p>
          <a:endParaRPr lang="en-US"/>
        </a:p>
      </dgm:t>
    </dgm:pt>
    <dgm:pt modelId="{342F15E6-B0F0-4888-AD43-E65E2838E571}" type="sibTrans" cxnId="{D8646AB2-BD7A-4232-841D-BE8433ABC9B7}">
      <dgm:prSet/>
      <dgm:spPr/>
      <dgm:t>
        <a:bodyPr/>
        <a:lstStyle/>
        <a:p>
          <a:endParaRPr lang="en-US"/>
        </a:p>
      </dgm:t>
    </dgm:pt>
    <dgm:pt modelId="{E028EEFE-5913-4C20-8E33-993B1587796F}">
      <dgm:prSet/>
      <dgm:spPr/>
      <dgm:t>
        <a:bodyPr/>
        <a:lstStyle/>
        <a:p>
          <a:r>
            <a:rPr lang="en-US" b="0" i="0" baseline="0" dirty="0"/>
            <a:t>URL changes, component swaps, page </a:t>
          </a:r>
          <a:r>
            <a:rPr lang="en-US" b="1" i="0" u="sng" baseline="0" dirty="0"/>
            <a:t>never reloads </a:t>
          </a:r>
          <a:endParaRPr lang="en-US" b="1" u="sng" dirty="0"/>
        </a:p>
      </dgm:t>
    </dgm:pt>
    <dgm:pt modelId="{5FEB69F3-1BF6-4714-84F0-E99CB6A7009C}" type="parTrans" cxnId="{9D5E5756-F4EF-4300-9047-5D2E8A5A1C4D}">
      <dgm:prSet/>
      <dgm:spPr/>
      <dgm:t>
        <a:bodyPr/>
        <a:lstStyle/>
        <a:p>
          <a:endParaRPr lang="en-US"/>
        </a:p>
      </dgm:t>
    </dgm:pt>
    <dgm:pt modelId="{7572D290-FCFC-42E5-8C51-935EB5945EB1}" type="sibTrans" cxnId="{9D5E5756-F4EF-4300-9047-5D2E8A5A1C4D}">
      <dgm:prSet/>
      <dgm:spPr/>
      <dgm:t>
        <a:bodyPr/>
        <a:lstStyle/>
        <a:p>
          <a:endParaRPr lang="en-US"/>
        </a:p>
      </dgm:t>
    </dgm:pt>
    <dgm:pt modelId="{83B489CE-5432-4E84-B64A-3E3FECA61E17}">
      <dgm:prSet/>
      <dgm:spPr/>
      <dgm:t>
        <a:bodyPr/>
        <a:lstStyle/>
        <a:p>
          <a:r>
            <a:rPr lang="en-US" b="0" i="0" baseline="0" dirty="0"/>
            <a:t>Already a familiar concept — just like Express but for the frontend </a:t>
          </a:r>
          <a:endParaRPr lang="en-US" dirty="0"/>
        </a:p>
      </dgm:t>
    </dgm:pt>
    <dgm:pt modelId="{BB555542-08E3-49B7-B2BF-43B3DDC1883B}" type="parTrans" cxnId="{BF325ED1-3E76-4E47-8489-A4392F01EDFF}">
      <dgm:prSet/>
      <dgm:spPr/>
      <dgm:t>
        <a:bodyPr/>
        <a:lstStyle/>
        <a:p>
          <a:endParaRPr lang="en-US"/>
        </a:p>
      </dgm:t>
    </dgm:pt>
    <dgm:pt modelId="{E7421FC9-63C1-4D36-BEC9-F03CC5C906AF}" type="sibTrans" cxnId="{BF325ED1-3E76-4E47-8489-A4392F01EDFF}">
      <dgm:prSet/>
      <dgm:spPr/>
      <dgm:t>
        <a:bodyPr/>
        <a:lstStyle/>
        <a:p>
          <a:endParaRPr lang="en-US"/>
        </a:p>
      </dgm:t>
    </dgm:pt>
    <dgm:pt modelId="{7DAEFDA4-0B19-4E4E-9480-DCCD000C050B}" type="pres">
      <dgm:prSet presAssocID="{76804DC6-DA5A-46C9-A5E3-EC6BDF5FEF73}" presName="root" presStyleCnt="0">
        <dgm:presLayoutVars>
          <dgm:dir/>
          <dgm:resizeHandles val="exact"/>
        </dgm:presLayoutVars>
      </dgm:prSet>
      <dgm:spPr/>
    </dgm:pt>
    <dgm:pt modelId="{BD0ED0E3-F984-4B15-A9F3-994F19133894}" type="pres">
      <dgm:prSet presAssocID="{76804DC6-DA5A-46C9-A5E3-EC6BDF5FEF73}" presName="container" presStyleCnt="0">
        <dgm:presLayoutVars>
          <dgm:dir/>
          <dgm:resizeHandles val="exact"/>
        </dgm:presLayoutVars>
      </dgm:prSet>
      <dgm:spPr/>
    </dgm:pt>
    <dgm:pt modelId="{72704D96-A456-47C3-AB15-458CC72D56E4}" type="pres">
      <dgm:prSet presAssocID="{D1BAAA2E-2169-426E-A7AA-49BB7687FEC5}" presName="compNode" presStyleCnt="0"/>
      <dgm:spPr/>
    </dgm:pt>
    <dgm:pt modelId="{0076ACBE-E6C1-4021-814E-71B19F2A1D59}" type="pres">
      <dgm:prSet presAssocID="{D1BAAA2E-2169-426E-A7AA-49BB7687FEC5}" presName="iconBgRect" presStyleLbl="bgShp" presStyleIdx="0" presStyleCnt="4"/>
      <dgm:spPr/>
    </dgm:pt>
    <dgm:pt modelId="{741F9CFA-4E2E-4330-84DF-A0E8A1BF4082}" type="pres">
      <dgm:prSet presAssocID="{D1BAAA2E-2169-426E-A7AA-49BB7687FEC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28018B8D-DF82-4ECB-9FE3-E6096C91B110}" type="pres">
      <dgm:prSet presAssocID="{D1BAAA2E-2169-426E-A7AA-49BB7687FEC5}" presName="spaceRect" presStyleCnt="0"/>
      <dgm:spPr/>
    </dgm:pt>
    <dgm:pt modelId="{8385C499-4C10-4C13-8A73-56AB42E60742}" type="pres">
      <dgm:prSet presAssocID="{D1BAAA2E-2169-426E-A7AA-49BB7687FEC5}" presName="textRect" presStyleLbl="revTx" presStyleIdx="0" presStyleCnt="4">
        <dgm:presLayoutVars>
          <dgm:chMax val="1"/>
          <dgm:chPref val="1"/>
        </dgm:presLayoutVars>
      </dgm:prSet>
      <dgm:spPr/>
    </dgm:pt>
    <dgm:pt modelId="{7DD97973-B91C-4258-A2E9-768AACC9048D}" type="pres">
      <dgm:prSet presAssocID="{FD9F471B-6CB2-451C-8223-6387B37999A6}" presName="sibTrans" presStyleLbl="sibTrans2D1" presStyleIdx="0" presStyleCnt="0"/>
      <dgm:spPr/>
    </dgm:pt>
    <dgm:pt modelId="{675E07BF-9379-4A9E-9371-F0F0F0E3AABA}" type="pres">
      <dgm:prSet presAssocID="{E08AD363-2B76-45D8-A1D5-00A969070652}" presName="compNode" presStyleCnt="0"/>
      <dgm:spPr/>
    </dgm:pt>
    <dgm:pt modelId="{2DE28DEE-CD86-4C88-950E-5B23295ACEDD}" type="pres">
      <dgm:prSet presAssocID="{E08AD363-2B76-45D8-A1D5-00A969070652}" presName="iconBgRect" presStyleLbl="bgShp" presStyleIdx="1" presStyleCnt="4"/>
      <dgm:spPr/>
    </dgm:pt>
    <dgm:pt modelId="{8AF52D9B-9C98-4569-BD9F-DA7952E6D0D6}" type="pres">
      <dgm:prSet presAssocID="{E08AD363-2B76-45D8-A1D5-00A96907065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DD872B3D-3BBD-49E1-9B9F-E64B909F3191}" type="pres">
      <dgm:prSet presAssocID="{E08AD363-2B76-45D8-A1D5-00A969070652}" presName="spaceRect" presStyleCnt="0"/>
      <dgm:spPr/>
    </dgm:pt>
    <dgm:pt modelId="{BD008A28-C913-437A-9741-7DAFA62261A3}" type="pres">
      <dgm:prSet presAssocID="{E08AD363-2B76-45D8-A1D5-00A969070652}" presName="textRect" presStyleLbl="revTx" presStyleIdx="1" presStyleCnt="4">
        <dgm:presLayoutVars>
          <dgm:chMax val="1"/>
          <dgm:chPref val="1"/>
        </dgm:presLayoutVars>
      </dgm:prSet>
      <dgm:spPr/>
    </dgm:pt>
    <dgm:pt modelId="{29C4B13A-21A6-4F7E-866E-2DCA078A0445}" type="pres">
      <dgm:prSet presAssocID="{342F15E6-B0F0-4888-AD43-E65E2838E571}" presName="sibTrans" presStyleLbl="sibTrans2D1" presStyleIdx="0" presStyleCnt="0"/>
      <dgm:spPr/>
    </dgm:pt>
    <dgm:pt modelId="{3BE3BA15-2076-4803-BA3B-8011FD2606A4}" type="pres">
      <dgm:prSet presAssocID="{E028EEFE-5913-4C20-8E33-993B1587796F}" presName="compNode" presStyleCnt="0"/>
      <dgm:spPr/>
    </dgm:pt>
    <dgm:pt modelId="{44AB2D5B-BEA3-4394-AF31-8C1A5C5B9A1F}" type="pres">
      <dgm:prSet presAssocID="{E028EEFE-5913-4C20-8E33-993B1587796F}" presName="iconBgRect" presStyleLbl="bgShp" presStyleIdx="2" presStyleCnt="4"/>
      <dgm:spPr/>
    </dgm:pt>
    <dgm:pt modelId="{B0C430BC-2E3D-45A8-9F7D-AB44B85F741B}" type="pres">
      <dgm:prSet presAssocID="{E028EEFE-5913-4C20-8E33-993B1587796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67154E4-CF20-4F78-8164-F81A8EDC6A86}" type="pres">
      <dgm:prSet presAssocID="{E028EEFE-5913-4C20-8E33-993B1587796F}" presName="spaceRect" presStyleCnt="0"/>
      <dgm:spPr/>
    </dgm:pt>
    <dgm:pt modelId="{5EB42385-B55D-4154-ABEB-19E8D04DD99A}" type="pres">
      <dgm:prSet presAssocID="{E028EEFE-5913-4C20-8E33-993B1587796F}" presName="textRect" presStyleLbl="revTx" presStyleIdx="2" presStyleCnt="4">
        <dgm:presLayoutVars>
          <dgm:chMax val="1"/>
          <dgm:chPref val="1"/>
        </dgm:presLayoutVars>
      </dgm:prSet>
      <dgm:spPr/>
    </dgm:pt>
    <dgm:pt modelId="{28C05523-989C-4DBE-88E5-AD011BD00CA6}" type="pres">
      <dgm:prSet presAssocID="{7572D290-FCFC-42E5-8C51-935EB5945EB1}" presName="sibTrans" presStyleLbl="sibTrans2D1" presStyleIdx="0" presStyleCnt="0"/>
      <dgm:spPr/>
    </dgm:pt>
    <dgm:pt modelId="{2A91B79D-C10C-453F-A3D2-F17829BF3BB1}" type="pres">
      <dgm:prSet presAssocID="{83B489CE-5432-4E84-B64A-3E3FECA61E17}" presName="compNode" presStyleCnt="0"/>
      <dgm:spPr/>
    </dgm:pt>
    <dgm:pt modelId="{BF4D779F-169B-470C-81D4-55DFC410FF4A}" type="pres">
      <dgm:prSet presAssocID="{83B489CE-5432-4E84-B64A-3E3FECA61E17}" presName="iconBgRect" presStyleLbl="bgShp" presStyleIdx="3" presStyleCnt="4"/>
      <dgm:spPr/>
    </dgm:pt>
    <dgm:pt modelId="{AC7100C7-9740-4F22-A196-C2F0080F348F}" type="pres">
      <dgm:prSet presAssocID="{83B489CE-5432-4E84-B64A-3E3FECA61E1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505E3A13-03A3-40FB-8762-A19E9088CE1B}" type="pres">
      <dgm:prSet presAssocID="{83B489CE-5432-4E84-B64A-3E3FECA61E17}" presName="spaceRect" presStyleCnt="0"/>
      <dgm:spPr/>
    </dgm:pt>
    <dgm:pt modelId="{373065BB-D3D4-46B3-A7C9-B8CE2426B5A1}" type="pres">
      <dgm:prSet presAssocID="{83B489CE-5432-4E84-B64A-3E3FECA61E1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E87E70E-FFEF-4381-8766-67AA86C0DC0C}" type="presOf" srcId="{FD9F471B-6CB2-451C-8223-6387B37999A6}" destId="{7DD97973-B91C-4258-A2E9-768AACC9048D}" srcOrd="0" destOrd="0" presId="urn:microsoft.com/office/officeart/2018/2/layout/IconCircleList"/>
    <dgm:cxn modelId="{F02A501F-6589-4C27-889F-6A884101B05F}" type="presOf" srcId="{E08AD363-2B76-45D8-A1D5-00A969070652}" destId="{BD008A28-C913-437A-9741-7DAFA62261A3}" srcOrd="0" destOrd="0" presId="urn:microsoft.com/office/officeart/2018/2/layout/IconCircleList"/>
    <dgm:cxn modelId="{E6428B2D-2F04-45F4-B67A-40ED84CA248C}" type="presOf" srcId="{7572D290-FCFC-42E5-8C51-935EB5945EB1}" destId="{28C05523-989C-4DBE-88E5-AD011BD00CA6}" srcOrd="0" destOrd="0" presId="urn:microsoft.com/office/officeart/2018/2/layout/IconCircleList"/>
    <dgm:cxn modelId="{AD7D4A31-BAF4-4DEC-BDB6-22B3A86084C7}" srcId="{76804DC6-DA5A-46C9-A5E3-EC6BDF5FEF73}" destId="{D1BAAA2E-2169-426E-A7AA-49BB7687FEC5}" srcOrd="0" destOrd="0" parTransId="{285A64B1-307A-4D78-817B-5D912B442F55}" sibTransId="{FD9F471B-6CB2-451C-8223-6387B37999A6}"/>
    <dgm:cxn modelId="{C85D8C44-48B4-4970-AA92-9ACE23E82D64}" type="presOf" srcId="{76804DC6-DA5A-46C9-A5E3-EC6BDF5FEF73}" destId="{7DAEFDA4-0B19-4E4E-9480-DCCD000C050B}" srcOrd="0" destOrd="0" presId="urn:microsoft.com/office/officeart/2018/2/layout/IconCircleList"/>
    <dgm:cxn modelId="{9D5E5756-F4EF-4300-9047-5D2E8A5A1C4D}" srcId="{76804DC6-DA5A-46C9-A5E3-EC6BDF5FEF73}" destId="{E028EEFE-5913-4C20-8E33-993B1587796F}" srcOrd="2" destOrd="0" parTransId="{5FEB69F3-1BF6-4714-84F0-E99CB6A7009C}" sibTransId="{7572D290-FCFC-42E5-8C51-935EB5945EB1}"/>
    <dgm:cxn modelId="{F6943C7A-5ADB-45CA-B46F-8CD21B4B6B00}" type="presOf" srcId="{83B489CE-5432-4E84-B64A-3E3FECA61E17}" destId="{373065BB-D3D4-46B3-A7C9-B8CE2426B5A1}" srcOrd="0" destOrd="0" presId="urn:microsoft.com/office/officeart/2018/2/layout/IconCircleList"/>
    <dgm:cxn modelId="{D8646AB2-BD7A-4232-841D-BE8433ABC9B7}" srcId="{76804DC6-DA5A-46C9-A5E3-EC6BDF5FEF73}" destId="{E08AD363-2B76-45D8-A1D5-00A969070652}" srcOrd="1" destOrd="0" parTransId="{D0A5066E-31F7-4877-955E-6BFAB437BC72}" sibTransId="{342F15E6-B0F0-4888-AD43-E65E2838E571}"/>
    <dgm:cxn modelId="{331CA5C7-24B4-48AC-A797-0F20B508E150}" type="presOf" srcId="{342F15E6-B0F0-4888-AD43-E65E2838E571}" destId="{29C4B13A-21A6-4F7E-866E-2DCA078A0445}" srcOrd="0" destOrd="0" presId="urn:microsoft.com/office/officeart/2018/2/layout/IconCircleList"/>
    <dgm:cxn modelId="{BF325ED1-3E76-4E47-8489-A4392F01EDFF}" srcId="{76804DC6-DA5A-46C9-A5E3-EC6BDF5FEF73}" destId="{83B489CE-5432-4E84-B64A-3E3FECA61E17}" srcOrd="3" destOrd="0" parTransId="{BB555542-08E3-49B7-B2BF-43B3DDC1883B}" sibTransId="{E7421FC9-63C1-4D36-BEC9-F03CC5C906AF}"/>
    <dgm:cxn modelId="{7A8E98D7-7809-485E-81BB-F1ECDCB9CA8F}" type="presOf" srcId="{D1BAAA2E-2169-426E-A7AA-49BB7687FEC5}" destId="{8385C499-4C10-4C13-8A73-56AB42E60742}" srcOrd="0" destOrd="0" presId="urn:microsoft.com/office/officeart/2018/2/layout/IconCircleList"/>
    <dgm:cxn modelId="{23FFE2F6-6AFA-44B7-853E-AA2C49AD6CB7}" type="presOf" srcId="{E028EEFE-5913-4C20-8E33-993B1587796F}" destId="{5EB42385-B55D-4154-ABEB-19E8D04DD99A}" srcOrd="0" destOrd="0" presId="urn:microsoft.com/office/officeart/2018/2/layout/IconCircleList"/>
    <dgm:cxn modelId="{1CDEB710-FCFE-44C7-B692-A68F33296BE6}" type="presParOf" srcId="{7DAEFDA4-0B19-4E4E-9480-DCCD000C050B}" destId="{BD0ED0E3-F984-4B15-A9F3-994F19133894}" srcOrd="0" destOrd="0" presId="urn:microsoft.com/office/officeart/2018/2/layout/IconCircleList"/>
    <dgm:cxn modelId="{1E6642D5-8939-40EA-AB67-261A7205A8C5}" type="presParOf" srcId="{BD0ED0E3-F984-4B15-A9F3-994F19133894}" destId="{72704D96-A456-47C3-AB15-458CC72D56E4}" srcOrd="0" destOrd="0" presId="urn:microsoft.com/office/officeart/2018/2/layout/IconCircleList"/>
    <dgm:cxn modelId="{E85132DF-FEEE-4330-927E-BCFC52F270A8}" type="presParOf" srcId="{72704D96-A456-47C3-AB15-458CC72D56E4}" destId="{0076ACBE-E6C1-4021-814E-71B19F2A1D59}" srcOrd="0" destOrd="0" presId="urn:microsoft.com/office/officeart/2018/2/layout/IconCircleList"/>
    <dgm:cxn modelId="{2133D316-6ECB-40EE-A925-1BC474A710AE}" type="presParOf" srcId="{72704D96-A456-47C3-AB15-458CC72D56E4}" destId="{741F9CFA-4E2E-4330-84DF-A0E8A1BF4082}" srcOrd="1" destOrd="0" presId="urn:microsoft.com/office/officeart/2018/2/layout/IconCircleList"/>
    <dgm:cxn modelId="{6666A0F8-121B-4B2E-8976-12068A06ED1F}" type="presParOf" srcId="{72704D96-A456-47C3-AB15-458CC72D56E4}" destId="{28018B8D-DF82-4ECB-9FE3-E6096C91B110}" srcOrd="2" destOrd="0" presId="urn:microsoft.com/office/officeart/2018/2/layout/IconCircleList"/>
    <dgm:cxn modelId="{F66624AE-7E8E-4C58-933F-CD752B8ABAEF}" type="presParOf" srcId="{72704D96-A456-47C3-AB15-458CC72D56E4}" destId="{8385C499-4C10-4C13-8A73-56AB42E60742}" srcOrd="3" destOrd="0" presId="urn:microsoft.com/office/officeart/2018/2/layout/IconCircleList"/>
    <dgm:cxn modelId="{7E4624D4-8550-4915-AD51-BFFD45AFB478}" type="presParOf" srcId="{BD0ED0E3-F984-4B15-A9F3-994F19133894}" destId="{7DD97973-B91C-4258-A2E9-768AACC9048D}" srcOrd="1" destOrd="0" presId="urn:microsoft.com/office/officeart/2018/2/layout/IconCircleList"/>
    <dgm:cxn modelId="{B82D9E52-99C5-4CAF-9905-88BA80E80FE2}" type="presParOf" srcId="{BD0ED0E3-F984-4B15-A9F3-994F19133894}" destId="{675E07BF-9379-4A9E-9371-F0F0F0E3AABA}" srcOrd="2" destOrd="0" presId="urn:microsoft.com/office/officeart/2018/2/layout/IconCircleList"/>
    <dgm:cxn modelId="{C1C6F739-31D9-49F8-B7D1-745382CF7822}" type="presParOf" srcId="{675E07BF-9379-4A9E-9371-F0F0F0E3AABA}" destId="{2DE28DEE-CD86-4C88-950E-5B23295ACEDD}" srcOrd="0" destOrd="0" presId="urn:microsoft.com/office/officeart/2018/2/layout/IconCircleList"/>
    <dgm:cxn modelId="{3C60F0B4-45A9-4DB2-A9FF-E76EE9E5B860}" type="presParOf" srcId="{675E07BF-9379-4A9E-9371-F0F0F0E3AABA}" destId="{8AF52D9B-9C98-4569-BD9F-DA7952E6D0D6}" srcOrd="1" destOrd="0" presId="urn:microsoft.com/office/officeart/2018/2/layout/IconCircleList"/>
    <dgm:cxn modelId="{87681B82-66BB-48A8-BC5F-4FF319ADFC24}" type="presParOf" srcId="{675E07BF-9379-4A9E-9371-F0F0F0E3AABA}" destId="{DD872B3D-3BBD-49E1-9B9F-E64B909F3191}" srcOrd="2" destOrd="0" presId="urn:microsoft.com/office/officeart/2018/2/layout/IconCircleList"/>
    <dgm:cxn modelId="{6D9CB544-FBA4-4662-A7AF-F6F3EAEF8436}" type="presParOf" srcId="{675E07BF-9379-4A9E-9371-F0F0F0E3AABA}" destId="{BD008A28-C913-437A-9741-7DAFA62261A3}" srcOrd="3" destOrd="0" presId="urn:microsoft.com/office/officeart/2018/2/layout/IconCircleList"/>
    <dgm:cxn modelId="{F872C5BD-12D2-4F89-8488-407BEFC48B9B}" type="presParOf" srcId="{BD0ED0E3-F984-4B15-A9F3-994F19133894}" destId="{29C4B13A-21A6-4F7E-866E-2DCA078A0445}" srcOrd="3" destOrd="0" presId="urn:microsoft.com/office/officeart/2018/2/layout/IconCircleList"/>
    <dgm:cxn modelId="{2BFDD4E1-C99F-46B7-BB6D-967387744909}" type="presParOf" srcId="{BD0ED0E3-F984-4B15-A9F3-994F19133894}" destId="{3BE3BA15-2076-4803-BA3B-8011FD2606A4}" srcOrd="4" destOrd="0" presId="urn:microsoft.com/office/officeart/2018/2/layout/IconCircleList"/>
    <dgm:cxn modelId="{F135B0E5-1211-4DF3-9015-D07A36F9777F}" type="presParOf" srcId="{3BE3BA15-2076-4803-BA3B-8011FD2606A4}" destId="{44AB2D5B-BEA3-4394-AF31-8C1A5C5B9A1F}" srcOrd="0" destOrd="0" presId="urn:microsoft.com/office/officeart/2018/2/layout/IconCircleList"/>
    <dgm:cxn modelId="{1A3C1C59-39E2-4313-94AA-22BF8D06B548}" type="presParOf" srcId="{3BE3BA15-2076-4803-BA3B-8011FD2606A4}" destId="{B0C430BC-2E3D-45A8-9F7D-AB44B85F741B}" srcOrd="1" destOrd="0" presId="urn:microsoft.com/office/officeart/2018/2/layout/IconCircleList"/>
    <dgm:cxn modelId="{ED949C0C-7EAC-4CB4-8035-AE837DD56613}" type="presParOf" srcId="{3BE3BA15-2076-4803-BA3B-8011FD2606A4}" destId="{C67154E4-CF20-4F78-8164-F81A8EDC6A86}" srcOrd="2" destOrd="0" presId="urn:microsoft.com/office/officeart/2018/2/layout/IconCircleList"/>
    <dgm:cxn modelId="{8C0DC264-8925-47FA-AC98-37F2A620EE4C}" type="presParOf" srcId="{3BE3BA15-2076-4803-BA3B-8011FD2606A4}" destId="{5EB42385-B55D-4154-ABEB-19E8D04DD99A}" srcOrd="3" destOrd="0" presId="urn:microsoft.com/office/officeart/2018/2/layout/IconCircleList"/>
    <dgm:cxn modelId="{E665CC7D-3C94-4128-B222-90A25A576F51}" type="presParOf" srcId="{BD0ED0E3-F984-4B15-A9F3-994F19133894}" destId="{28C05523-989C-4DBE-88E5-AD011BD00CA6}" srcOrd="5" destOrd="0" presId="urn:microsoft.com/office/officeart/2018/2/layout/IconCircleList"/>
    <dgm:cxn modelId="{EDC1C4A2-1B3B-46F8-894A-96754563CB1B}" type="presParOf" srcId="{BD0ED0E3-F984-4B15-A9F3-994F19133894}" destId="{2A91B79D-C10C-453F-A3D2-F17829BF3BB1}" srcOrd="6" destOrd="0" presId="urn:microsoft.com/office/officeart/2018/2/layout/IconCircleList"/>
    <dgm:cxn modelId="{696368E7-A66B-40E7-9646-82C81E073781}" type="presParOf" srcId="{2A91B79D-C10C-453F-A3D2-F17829BF3BB1}" destId="{BF4D779F-169B-470C-81D4-55DFC410FF4A}" srcOrd="0" destOrd="0" presId="urn:microsoft.com/office/officeart/2018/2/layout/IconCircleList"/>
    <dgm:cxn modelId="{8B9F266A-9151-4527-9263-3C3BF370A040}" type="presParOf" srcId="{2A91B79D-C10C-453F-A3D2-F17829BF3BB1}" destId="{AC7100C7-9740-4F22-A196-C2F0080F348F}" srcOrd="1" destOrd="0" presId="urn:microsoft.com/office/officeart/2018/2/layout/IconCircleList"/>
    <dgm:cxn modelId="{CEF5A5FB-743A-4C13-BD86-B6358FDD6241}" type="presParOf" srcId="{2A91B79D-C10C-453F-A3D2-F17829BF3BB1}" destId="{505E3A13-03A3-40FB-8762-A19E9088CE1B}" srcOrd="2" destOrd="0" presId="urn:microsoft.com/office/officeart/2018/2/layout/IconCircleList"/>
    <dgm:cxn modelId="{540429CD-40AC-4AC6-9694-F830361C982C}" type="presParOf" srcId="{2A91B79D-C10C-453F-A3D2-F17829BF3BB1}" destId="{373065BB-D3D4-46B3-A7C9-B8CE2426B5A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C303868-516E-4AD0-BD29-04CC3B91F7C7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2528704-7704-4630-92AF-292D9D258F7A}">
      <dgm:prSet/>
      <dgm:spPr/>
      <dgm:t>
        <a:bodyPr/>
        <a:lstStyle/>
        <a:p>
          <a:r>
            <a:rPr lang="en-US" dirty="0"/>
            <a:t>Selected during </a:t>
          </a:r>
          <a:r>
            <a:rPr lang="en-US" dirty="0" err="1"/>
            <a:t>npm</a:t>
          </a:r>
          <a:r>
            <a:rPr lang="en-US" dirty="0"/>
            <a:t> create </a:t>
          </a:r>
          <a:r>
            <a:rPr lang="en-US" dirty="0" err="1"/>
            <a:t>vue@latest</a:t>
          </a:r>
          <a:r>
            <a:rPr lang="en-US" dirty="0"/>
            <a:t> — </a:t>
          </a:r>
          <a:r>
            <a:rPr lang="en-US" b="1" dirty="0"/>
            <a:t>recommended</a:t>
          </a:r>
        </a:p>
      </dgm:t>
    </dgm:pt>
    <dgm:pt modelId="{A6455BBF-727D-4AF6-AD41-0FAA41DE7A26}" type="parTrans" cxnId="{1E1560BC-6CDB-449A-977A-DDA9BA5F2ADD}">
      <dgm:prSet/>
      <dgm:spPr/>
      <dgm:t>
        <a:bodyPr/>
        <a:lstStyle/>
        <a:p>
          <a:endParaRPr lang="en-US"/>
        </a:p>
      </dgm:t>
    </dgm:pt>
    <dgm:pt modelId="{7F6D80AE-18D9-4F6E-8A50-E858686F842B}" type="sibTrans" cxnId="{1E1560BC-6CDB-449A-977A-DDA9BA5F2ADD}">
      <dgm:prSet/>
      <dgm:spPr/>
      <dgm:t>
        <a:bodyPr/>
        <a:lstStyle/>
        <a:p>
          <a:endParaRPr lang="en-US"/>
        </a:p>
      </dgm:t>
    </dgm:pt>
    <dgm:pt modelId="{C77A1899-36FC-447C-9E67-D72EA273F3B3}">
      <dgm:prSet/>
      <dgm:spPr/>
      <dgm:t>
        <a:bodyPr/>
        <a:lstStyle/>
        <a:p>
          <a:r>
            <a:rPr lang="en-US" dirty="0"/>
            <a:t>Or manually: </a:t>
          </a:r>
          <a:r>
            <a:rPr lang="en-US" dirty="0" err="1"/>
            <a:t>npm</a:t>
          </a:r>
          <a:r>
            <a:rPr lang="en-US" dirty="0"/>
            <a:t> install </a:t>
          </a:r>
          <a:r>
            <a:rPr lang="en-US" dirty="0" err="1"/>
            <a:t>vue</a:t>
          </a:r>
          <a:r>
            <a:rPr lang="en-US" dirty="0"/>
            <a:t>-router</a:t>
          </a:r>
        </a:p>
      </dgm:t>
    </dgm:pt>
    <dgm:pt modelId="{64AE6ECF-5F7B-47A1-8FE5-EA66B43633E1}" type="parTrans" cxnId="{A063FB7B-4DD4-4EE1-80EF-B869CEBA5C1E}">
      <dgm:prSet/>
      <dgm:spPr/>
      <dgm:t>
        <a:bodyPr/>
        <a:lstStyle/>
        <a:p>
          <a:endParaRPr lang="en-US"/>
        </a:p>
      </dgm:t>
    </dgm:pt>
    <dgm:pt modelId="{8CAC1B5B-8865-4924-9DEA-BFBE1FD6FFE9}" type="sibTrans" cxnId="{A063FB7B-4DD4-4EE1-80EF-B869CEBA5C1E}">
      <dgm:prSet/>
      <dgm:spPr/>
      <dgm:t>
        <a:bodyPr/>
        <a:lstStyle/>
        <a:p>
          <a:endParaRPr lang="en-US"/>
        </a:p>
      </dgm:t>
    </dgm:pt>
    <dgm:pt modelId="{8B1EC7F3-5EE7-411A-8871-9304182C8A9E}">
      <dgm:prSet/>
      <dgm:spPr/>
      <dgm:t>
        <a:bodyPr/>
        <a:lstStyle/>
        <a:p>
          <a:r>
            <a:rPr lang="en-US"/>
            <a:t>Three things Vue Router needs to work:</a:t>
          </a:r>
        </a:p>
      </dgm:t>
    </dgm:pt>
    <dgm:pt modelId="{5C25AD19-8CF4-4745-983C-8774885C5A8D}" type="parTrans" cxnId="{7F10A515-C219-4CCC-975D-70A9736EF8A0}">
      <dgm:prSet/>
      <dgm:spPr/>
      <dgm:t>
        <a:bodyPr/>
        <a:lstStyle/>
        <a:p>
          <a:endParaRPr lang="en-US"/>
        </a:p>
      </dgm:t>
    </dgm:pt>
    <dgm:pt modelId="{56A6C289-ABC4-4B4B-B40E-210EF581C0E9}" type="sibTrans" cxnId="{7F10A515-C219-4CCC-975D-70A9736EF8A0}">
      <dgm:prSet/>
      <dgm:spPr/>
      <dgm:t>
        <a:bodyPr/>
        <a:lstStyle/>
        <a:p>
          <a:endParaRPr lang="en-US"/>
        </a:p>
      </dgm:t>
    </dgm:pt>
    <dgm:pt modelId="{FF7974DD-AD1E-47DE-A1C2-7DE261672C7B}">
      <dgm:prSet/>
      <dgm:spPr/>
      <dgm:t>
        <a:bodyPr/>
        <a:lstStyle/>
        <a:p>
          <a:r>
            <a:rPr lang="en-US"/>
            <a:t>Route definitions — path → component mapping</a:t>
          </a:r>
        </a:p>
      </dgm:t>
    </dgm:pt>
    <dgm:pt modelId="{B221B820-B6D8-4C9D-A136-7F02FB31A6EC}" type="parTrans" cxnId="{77B2A02A-FD5E-4929-ACEA-7A64B50044BF}">
      <dgm:prSet/>
      <dgm:spPr/>
      <dgm:t>
        <a:bodyPr/>
        <a:lstStyle/>
        <a:p>
          <a:endParaRPr lang="en-US"/>
        </a:p>
      </dgm:t>
    </dgm:pt>
    <dgm:pt modelId="{1784D346-558C-4A21-BEDF-4ED65BFBF7A9}" type="sibTrans" cxnId="{77B2A02A-FD5E-4929-ACEA-7A64B50044BF}">
      <dgm:prSet/>
      <dgm:spPr/>
      <dgm:t>
        <a:bodyPr/>
        <a:lstStyle/>
        <a:p>
          <a:endParaRPr lang="en-US"/>
        </a:p>
      </dgm:t>
    </dgm:pt>
    <dgm:pt modelId="{5347A2B1-224A-4FB3-970F-4DD22BB47DCE}">
      <dgm:prSet/>
      <dgm:spPr/>
      <dgm:t>
        <a:bodyPr/>
        <a:lstStyle/>
        <a:p>
          <a:r>
            <a:rPr lang="en-US"/>
            <a:t>Router instance installed in main.js</a:t>
          </a:r>
        </a:p>
      </dgm:t>
    </dgm:pt>
    <dgm:pt modelId="{119C0D67-0318-48CB-864E-0259E772FCE7}" type="parTrans" cxnId="{4F1CC50F-AEB9-46A4-8FF5-5679777C1169}">
      <dgm:prSet/>
      <dgm:spPr/>
      <dgm:t>
        <a:bodyPr/>
        <a:lstStyle/>
        <a:p>
          <a:endParaRPr lang="en-US"/>
        </a:p>
      </dgm:t>
    </dgm:pt>
    <dgm:pt modelId="{F6A4940D-C10B-4235-85F2-3098AEC98F30}" type="sibTrans" cxnId="{4F1CC50F-AEB9-46A4-8FF5-5679777C1169}">
      <dgm:prSet/>
      <dgm:spPr/>
      <dgm:t>
        <a:bodyPr/>
        <a:lstStyle/>
        <a:p>
          <a:endParaRPr lang="en-US"/>
        </a:p>
      </dgm:t>
    </dgm:pt>
    <dgm:pt modelId="{84FDA272-39F4-4904-9E66-66F42E287381}">
      <dgm:prSet/>
      <dgm:spPr/>
      <dgm:t>
        <a:bodyPr/>
        <a:lstStyle/>
        <a:p>
          <a:r>
            <a:rPr lang="en-US" dirty="0"/>
            <a:t>&lt;</a:t>
          </a:r>
          <a:r>
            <a:rPr lang="en-US" dirty="0" err="1"/>
            <a:t>RouterView</a:t>
          </a:r>
          <a:r>
            <a:rPr lang="en-US" dirty="0"/>
            <a:t> /&gt; in </a:t>
          </a:r>
          <a:r>
            <a:rPr lang="en-US" dirty="0" err="1"/>
            <a:t>App.vue</a:t>
          </a:r>
          <a:r>
            <a:rPr lang="en-US" dirty="0"/>
            <a:t> — the window where pages render</a:t>
          </a:r>
        </a:p>
      </dgm:t>
    </dgm:pt>
    <dgm:pt modelId="{640EA228-4027-456B-964F-A008DF69DDEE}" type="parTrans" cxnId="{2AC7BDD4-F42B-44FB-A9A9-DE30480FCEB5}">
      <dgm:prSet/>
      <dgm:spPr/>
      <dgm:t>
        <a:bodyPr/>
        <a:lstStyle/>
        <a:p>
          <a:endParaRPr lang="en-US"/>
        </a:p>
      </dgm:t>
    </dgm:pt>
    <dgm:pt modelId="{45EBAF53-E551-44C4-88F6-6607A13D538C}" type="sibTrans" cxnId="{2AC7BDD4-F42B-44FB-A9A9-DE30480FCEB5}">
      <dgm:prSet/>
      <dgm:spPr/>
      <dgm:t>
        <a:bodyPr/>
        <a:lstStyle/>
        <a:p>
          <a:endParaRPr lang="en-US"/>
        </a:p>
      </dgm:t>
    </dgm:pt>
    <dgm:pt modelId="{62EAEC11-E471-491D-96D2-E8BFCA7360C1}" type="pres">
      <dgm:prSet presAssocID="{DC303868-516E-4AD0-BD29-04CC3B91F7C7}" presName="vert0" presStyleCnt="0">
        <dgm:presLayoutVars>
          <dgm:dir/>
          <dgm:animOne val="branch"/>
          <dgm:animLvl val="lvl"/>
        </dgm:presLayoutVars>
      </dgm:prSet>
      <dgm:spPr/>
    </dgm:pt>
    <dgm:pt modelId="{C2A1AB0E-DBF9-4A15-B344-32ADAC44156B}" type="pres">
      <dgm:prSet presAssocID="{52528704-7704-4630-92AF-292D9D258F7A}" presName="thickLine" presStyleLbl="alignNode1" presStyleIdx="0" presStyleCnt="6"/>
      <dgm:spPr/>
    </dgm:pt>
    <dgm:pt modelId="{D48414E9-341D-4E1E-9A79-1AD967F83658}" type="pres">
      <dgm:prSet presAssocID="{52528704-7704-4630-92AF-292D9D258F7A}" presName="horz1" presStyleCnt="0"/>
      <dgm:spPr/>
    </dgm:pt>
    <dgm:pt modelId="{2EA6459D-FB7B-4D9A-AB96-96E3F6F97D10}" type="pres">
      <dgm:prSet presAssocID="{52528704-7704-4630-92AF-292D9D258F7A}" presName="tx1" presStyleLbl="revTx" presStyleIdx="0" presStyleCnt="6"/>
      <dgm:spPr/>
    </dgm:pt>
    <dgm:pt modelId="{A8525C51-D0C8-4CED-8127-3B052BFD5572}" type="pres">
      <dgm:prSet presAssocID="{52528704-7704-4630-92AF-292D9D258F7A}" presName="vert1" presStyleCnt="0"/>
      <dgm:spPr/>
    </dgm:pt>
    <dgm:pt modelId="{35EE38FA-9A3B-498F-84CE-926FAC124E0F}" type="pres">
      <dgm:prSet presAssocID="{C77A1899-36FC-447C-9E67-D72EA273F3B3}" presName="thickLine" presStyleLbl="alignNode1" presStyleIdx="1" presStyleCnt="6"/>
      <dgm:spPr/>
    </dgm:pt>
    <dgm:pt modelId="{1E5BC342-4107-49AA-8755-F0AEF7015BE9}" type="pres">
      <dgm:prSet presAssocID="{C77A1899-36FC-447C-9E67-D72EA273F3B3}" presName="horz1" presStyleCnt="0"/>
      <dgm:spPr/>
    </dgm:pt>
    <dgm:pt modelId="{F505D785-60AF-4B2D-91BB-8FAA8AF2D2B2}" type="pres">
      <dgm:prSet presAssocID="{C77A1899-36FC-447C-9E67-D72EA273F3B3}" presName="tx1" presStyleLbl="revTx" presStyleIdx="1" presStyleCnt="6"/>
      <dgm:spPr/>
    </dgm:pt>
    <dgm:pt modelId="{8BA5C92C-3FE2-4655-8367-E77F81DC20A3}" type="pres">
      <dgm:prSet presAssocID="{C77A1899-36FC-447C-9E67-D72EA273F3B3}" presName="vert1" presStyleCnt="0"/>
      <dgm:spPr/>
    </dgm:pt>
    <dgm:pt modelId="{235ABAF1-0A54-4DD4-A839-7DBC2E966C2D}" type="pres">
      <dgm:prSet presAssocID="{8B1EC7F3-5EE7-411A-8871-9304182C8A9E}" presName="thickLine" presStyleLbl="alignNode1" presStyleIdx="2" presStyleCnt="6"/>
      <dgm:spPr/>
    </dgm:pt>
    <dgm:pt modelId="{372CB5D7-5EFB-4FD4-9DF4-106326D12C35}" type="pres">
      <dgm:prSet presAssocID="{8B1EC7F3-5EE7-411A-8871-9304182C8A9E}" presName="horz1" presStyleCnt="0"/>
      <dgm:spPr/>
    </dgm:pt>
    <dgm:pt modelId="{50F8F82F-8CEB-435E-9D1A-5347419EEA49}" type="pres">
      <dgm:prSet presAssocID="{8B1EC7F3-5EE7-411A-8871-9304182C8A9E}" presName="tx1" presStyleLbl="revTx" presStyleIdx="2" presStyleCnt="6"/>
      <dgm:spPr/>
    </dgm:pt>
    <dgm:pt modelId="{DE892D76-94AA-4630-942F-A83E4DBC221E}" type="pres">
      <dgm:prSet presAssocID="{8B1EC7F3-5EE7-411A-8871-9304182C8A9E}" presName="vert1" presStyleCnt="0"/>
      <dgm:spPr/>
    </dgm:pt>
    <dgm:pt modelId="{C82FD946-F5EC-4AE8-A54C-7A7C8DA6E901}" type="pres">
      <dgm:prSet presAssocID="{FF7974DD-AD1E-47DE-A1C2-7DE261672C7B}" presName="thickLine" presStyleLbl="alignNode1" presStyleIdx="3" presStyleCnt="6"/>
      <dgm:spPr/>
    </dgm:pt>
    <dgm:pt modelId="{F860AB97-972B-4CC3-9449-1C0B85367DF2}" type="pres">
      <dgm:prSet presAssocID="{FF7974DD-AD1E-47DE-A1C2-7DE261672C7B}" presName="horz1" presStyleCnt="0"/>
      <dgm:spPr/>
    </dgm:pt>
    <dgm:pt modelId="{81DE60A1-7597-4AF9-A124-BA4A4029E9B5}" type="pres">
      <dgm:prSet presAssocID="{FF7974DD-AD1E-47DE-A1C2-7DE261672C7B}" presName="tx1" presStyleLbl="revTx" presStyleIdx="3" presStyleCnt="6"/>
      <dgm:spPr/>
    </dgm:pt>
    <dgm:pt modelId="{0AFB2246-3075-4F35-B665-8B2FA63E1385}" type="pres">
      <dgm:prSet presAssocID="{FF7974DD-AD1E-47DE-A1C2-7DE261672C7B}" presName="vert1" presStyleCnt="0"/>
      <dgm:spPr/>
    </dgm:pt>
    <dgm:pt modelId="{980F315C-B43C-412A-960E-D9ECE681267B}" type="pres">
      <dgm:prSet presAssocID="{5347A2B1-224A-4FB3-970F-4DD22BB47DCE}" presName="thickLine" presStyleLbl="alignNode1" presStyleIdx="4" presStyleCnt="6"/>
      <dgm:spPr/>
    </dgm:pt>
    <dgm:pt modelId="{88935407-BE57-4EB1-ADB1-46B936A1C17C}" type="pres">
      <dgm:prSet presAssocID="{5347A2B1-224A-4FB3-970F-4DD22BB47DCE}" presName="horz1" presStyleCnt="0"/>
      <dgm:spPr/>
    </dgm:pt>
    <dgm:pt modelId="{72D6D952-7FE8-4878-BE90-9CA2A78F8A6E}" type="pres">
      <dgm:prSet presAssocID="{5347A2B1-224A-4FB3-970F-4DD22BB47DCE}" presName="tx1" presStyleLbl="revTx" presStyleIdx="4" presStyleCnt="6"/>
      <dgm:spPr/>
    </dgm:pt>
    <dgm:pt modelId="{FA2F9BB9-2A21-4CC1-A896-E99984EE7B3A}" type="pres">
      <dgm:prSet presAssocID="{5347A2B1-224A-4FB3-970F-4DD22BB47DCE}" presName="vert1" presStyleCnt="0"/>
      <dgm:spPr/>
    </dgm:pt>
    <dgm:pt modelId="{950C292A-023D-42C1-AD22-430CB5B309CE}" type="pres">
      <dgm:prSet presAssocID="{84FDA272-39F4-4904-9E66-66F42E287381}" presName="thickLine" presStyleLbl="alignNode1" presStyleIdx="5" presStyleCnt="6"/>
      <dgm:spPr/>
    </dgm:pt>
    <dgm:pt modelId="{EB1A6287-8A5B-4EF7-8EAB-D2A1212D720A}" type="pres">
      <dgm:prSet presAssocID="{84FDA272-39F4-4904-9E66-66F42E287381}" presName="horz1" presStyleCnt="0"/>
      <dgm:spPr/>
    </dgm:pt>
    <dgm:pt modelId="{070813C4-D38C-4436-8324-2B2F146459A1}" type="pres">
      <dgm:prSet presAssocID="{84FDA272-39F4-4904-9E66-66F42E287381}" presName="tx1" presStyleLbl="revTx" presStyleIdx="5" presStyleCnt="6"/>
      <dgm:spPr/>
    </dgm:pt>
    <dgm:pt modelId="{268F241F-569F-4BF2-9BB8-90459907AC84}" type="pres">
      <dgm:prSet presAssocID="{84FDA272-39F4-4904-9E66-66F42E287381}" presName="vert1" presStyleCnt="0"/>
      <dgm:spPr/>
    </dgm:pt>
  </dgm:ptLst>
  <dgm:cxnLst>
    <dgm:cxn modelId="{C34D7201-6978-4DF2-B01C-92B5DBE7E133}" type="presOf" srcId="{C77A1899-36FC-447C-9E67-D72EA273F3B3}" destId="{F505D785-60AF-4B2D-91BB-8FAA8AF2D2B2}" srcOrd="0" destOrd="0" presId="urn:microsoft.com/office/officeart/2008/layout/LinedList"/>
    <dgm:cxn modelId="{C1644208-3D46-4A6E-A186-978BB3927EC3}" type="presOf" srcId="{FF7974DD-AD1E-47DE-A1C2-7DE261672C7B}" destId="{81DE60A1-7597-4AF9-A124-BA4A4029E9B5}" srcOrd="0" destOrd="0" presId="urn:microsoft.com/office/officeart/2008/layout/LinedList"/>
    <dgm:cxn modelId="{4F1CC50F-AEB9-46A4-8FF5-5679777C1169}" srcId="{DC303868-516E-4AD0-BD29-04CC3B91F7C7}" destId="{5347A2B1-224A-4FB3-970F-4DD22BB47DCE}" srcOrd="4" destOrd="0" parTransId="{119C0D67-0318-48CB-864E-0259E772FCE7}" sibTransId="{F6A4940D-C10B-4235-85F2-3098AEC98F30}"/>
    <dgm:cxn modelId="{5368F613-5E13-4556-8CB2-9FFEF44E7AC3}" type="presOf" srcId="{DC303868-516E-4AD0-BD29-04CC3B91F7C7}" destId="{62EAEC11-E471-491D-96D2-E8BFCA7360C1}" srcOrd="0" destOrd="0" presId="urn:microsoft.com/office/officeart/2008/layout/LinedList"/>
    <dgm:cxn modelId="{7F10A515-C219-4CCC-975D-70A9736EF8A0}" srcId="{DC303868-516E-4AD0-BD29-04CC3B91F7C7}" destId="{8B1EC7F3-5EE7-411A-8871-9304182C8A9E}" srcOrd="2" destOrd="0" parTransId="{5C25AD19-8CF4-4745-983C-8774885C5A8D}" sibTransId="{56A6C289-ABC4-4B4B-B40E-210EF581C0E9}"/>
    <dgm:cxn modelId="{89EF9122-2DB4-4A73-9D70-5D6380962453}" type="presOf" srcId="{8B1EC7F3-5EE7-411A-8871-9304182C8A9E}" destId="{50F8F82F-8CEB-435E-9D1A-5347419EEA49}" srcOrd="0" destOrd="0" presId="urn:microsoft.com/office/officeart/2008/layout/LinedList"/>
    <dgm:cxn modelId="{77B2A02A-FD5E-4929-ACEA-7A64B50044BF}" srcId="{DC303868-516E-4AD0-BD29-04CC3B91F7C7}" destId="{FF7974DD-AD1E-47DE-A1C2-7DE261672C7B}" srcOrd="3" destOrd="0" parTransId="{B221B820-B6D8-4C9D-A136-7F02FB31A6EC}" sibTransId="{1784D346-558C-4A21-BEDF-4ED65BFBF7A9}"/>
    <dgm:cxn modelId="{0B49625D-3EB0-4E30-BEFF-BD75595F719F}" type="presOf" srcId="{52528704-7704-4630-92AF-292D9D258F7A}" destId="{2EA6459D-FB7B-4D9A-AB96-96E3F6F97D10}" srcOrd="0" destOrd="0" presId="urn:microsoft.com/office/officeart/2008/layout/LinedList"/>
    <dgm:cxn modelId="{7A76DE4C-D583-40D5-8D76-A0E07FB61392}" type="presOf" srcId="{5347A2B1-224A-4FB3-970F-4DD22BB47DCE}" destId="{72D6D952-7FE8-4878-BE90-9CA2A78F8A6E}" srcOrd="0" destOrd="0" presId="urn:microsoft.com/office/officeart/2008/layout/LinedList"/>
    <dgm:cxn modelId="{A063FB7B-4DD4-4EE1-80EF-B869CEBA5C1E}" srcId="{DC303868-516E-4AD0-BD29-04CC3B91F7C7}" destId="{C77A1899-36FC-447C-9E67-D72EA273F3B3}" srcOrd="1" destOrd="0" parTransId="{64AE6ECF-5F7B-47A1-8FE5-EA66B43633E1}" sibTransId="{8CAC1B5B-8865-4924-9DEA-BFBE1FD6FFE9}"/>
    <dgm:cxn modelId="{1E1560BC-6CDB-449A-977A-DDA9BA5F2ADD}" srcId="{DC303868-516E-4AD0-BD29-04CC3B91F7C7}" destId="{52528704-7704-4630-92AF-292D9D258F7A}" srcOrd="0" destOrd="0" parTransId="{A6455BBF-727D-4AF6-AD41-0FAA41DE7A26}" sibTransId="{7F6D80AE-18D9-4F6E-8A50-E858686F842B}"/>
    <dgm:cxn modelId="{84D4D6C8-34FC-4F24-ADBA-E902B3DAB82F}" type="presOf" srcId="{84FDA272-39F4-4904-9E66-66F42E287381}" destId="{070813C4-D38C-4436-8324-2B2F146459A1}" srcOrd="0" destOrd="0" presId="urn:microsoft.com/office/officeart/2008/layout/LinedList"/>
    <dgm:cxn modelId="{2AC7BDD4-F42B-44FB-A9A9-DE30480FCEB5}" srcId="{DC303868-516E-4AD0-BD29-04CC3B91F7C7}" destId="{84FDA272-39F4-4904-9E66-66F42E287381}" srcOrd="5" destOrd="0" parTransId="{640EA228-4027-456B-964F-A008DF69DDEE}" sibTransId="{45EBAF53-E551-44C4-88F6-6607A13D538C}"/>
    <dgm:cxn modelId="{917D4F18-9E84-43F4-AA27-7115113785BB}" type="presParOf" srcId="{62EAEC11-E471-491D-96D2-E8BFCA7360C1}" destId="{C2A1AB0E-DBF9-4A15-B344-32ADAC44156B}" srcOrd="0" destOrd="0" presId="urn:microsoft.com/office/officeart/2008/layout/LinedList"/>
    <dgm:cxn modelId="{79CCB250-A550-4F8E-8637-02A6E7D91B6E}" type="presParOf" srcId="{62EAEC11-E471-491D-96D2-E8BFCA7360C1}" destId="{D48414E9-341D-4E1E-9A79-1AD967F83658}" srcOrd="1" destOrd="0" presId="urn:microsoft.com/office/officeart/2008/layout/LinedList"/>
    <dgm:cxn modelId="{6F1F1B34-7953-4244-BB7B-395EEF3BD9A8}" type="presParOf" srcId="{D48414E9-341D-4E1E-9A79-1AD967F83658}" destId="{2EA6459D-FB7B-4D9A-AB96-96E3F6F97D10}" srcOrd="0" destOrd="0" presId="urn:microsoft.com/office/officeart/2008/layout/LinedList"/>
    <dgm:cxn modelId="{B2B24AC3-3A87-4678-BF09-1AA4C05D3FED}" type="presParOf" srcId="{D48414E9-341D-4E1E-9A79-1AD967F83658}" destId="{A8525C51-D0C8-4CED-8127-3B052BFD5572}" srcOrd="1" destOrd="0" presId="urn:microsoft.com/office/officeart/2008/layout/LinedList"/>
    <dgm:cxn modelId="{F3DEB618-DDBB-450C-989E-DE7D95CA7A3E}" type="presParOf" srcId="{62EAEC11-E471-491D-96D2-E8BFCA7360C1}" destId="{35EE38FA-9A3B-498F-84CE-926FAC124E0F}" srcOrd="2" destOrd="0" presId="urn:microsoft.com/office/officeart/2008/layout/LinedList"/>
    <dgm:cxn modelId="{A004DCB9-EFEB-4796-A908-EA1177AE49D6}" type="presParOf" srcId="{62EAEC11-E471-491D-96D2-E8BFCA7360C1}" destId="{1E5BC342-4107-49AA-8755-F0AEF7015BE9}" srcOrd="3" destOrd="0" presId="urn:microsoft.com/office/officeart/2008/layout/LinedList"/>
    <dgm:cxn modelId="{00F2A1FE-E913-4A9C-9065-D2255B75FE35}" type="presParOf" srcId="{1E5BC342-4107-49AA-8755-F0AEF7015BE9}" destId="{F505D785-60AF-4B2D-91BB-8FAA8AF2D2B2}" srcOrd="0" destOrd="0" presId="urn:microsoft.com/office/officeart/2008/layout/LinedList"/>
    <dgm:cxn modelId="{2A0EE0EE-34B0-492E-A44A-3A08F1AC3E16}" type="presParOf" srcId="{1E5BC342-4107-49AA-8755-F0AEF7015BE9}" destId="{8BA5C92C-3FE2-4655-8367-E77F81DC20A3}" srcOrd="1" destOrd="0" presId="urn:microsoft.com/office/officeart/2008/layout/LinedList"/>
    <dgm:cxn modelId="{A08E0F58-424D-4E06-BE7B-779D8C03650C}" type="presParOf" srcId="{62EAEC11-E471-491D-96D2-E8BFCA7360C1}" destId="{235ABAF1-0A54-4DD4-A839-7DBC2E966C2D}" srcOrd="4" destOrd="0" presId="urn:microsoft.com/office/officeart/2008/layout/LinedList"/>
    <dgm:cxn modelId="{6B52C607-09D9-49B8-8C9A-313D0E87DCF1}" type="presParOf" srcId="{62EAEC11-E471-491D-96D2-E8BFCA7360C1}" destId="{372CB5D7-5EFB-4FD4-9DF4-106326D12C35}" srcOrd="5" destOrd="0" presId="urn:microsoft.com/office/officeart/2008/layout/LinedList"/>
    <dgm:cxn modelId="{C5AC33E2-5EFA-41C7-A21E-DB956E9EE507}" type="presParOf" srcId="{372CB5D7-5EFB-4FD4-9DF4-106326D12C35}" destId="{50F8F82F-8CEB-435E-9D1A-5347419EEA49}" srcOrd="0" destOrd="0" presId="urn:microsoft.com/office/officeart/2008/layout/LinedList"/>
    <dgm:cxn modelId="{D8FAD400-7C7B-429D-8771-CAD0BB2033A7}" type="presParOf" srcId="{372CB5D7-5EFB-4FD4-9DF4-106326D12C35}" destId="{DE892D76-94AA-4630-942F-A83E4DBC221E}" srcOrd="1" destOrd="0" presId="urn:microsoft.com/office/officeart/2008/layout/LinedList"/>
    <dgm:cxn modelId="{15E91B7D-57DC-42DD-821E-25FC440CA505}" type="presParOf" srcId="{62EAEC11-E471-491D-96D2-E8BFCA7360C1}" destId="{C82FD946-F5EC-4AE8-A54C-7A7C8DA6E901}" srcOrd="6" destOrd="0" presId="urn:microsoft.com/office/officeart/2008/layout/LinedList"/>
    <dgm:cxn modelId="{63388015-BCB4-40ED-AEF3-CAB577F6EA9A}" type="presParOf" srcId="{62EAEC11-E471-491D-96D2-E8BFCA7360C1}" destId="{F860AB97-972B-4CC3-9449-1C0B85367DF2}" srcOrd="7" destOrd="0" presId="urn:microsoft.com/office/officeart/2008/layout/LinedList"/>
    <dgm:cxn modelId="{390C1048-7B1E-4FBA-8E8C-9B4CD09CC486}" type="presParOf" srcId="{F860AB97-972B-4CC3-9449-1C0B85367DF2}" destId="{81DE60A1-7597-4AF9-A124-BA4A4029E9B5}" srcOrd="0" destOrd="0" presId="urn:microsoft.com/office/officeart/2008/layout/LinedList"/>
    <dgm:cxn modelId="{93696621-0747-4B06-B94A-BA98C2E3AFC8}" type="presParOf" srcId="{F860AB97-972B-4CC3-9449-1C0B85367DF2}" destId="{0AFB2246-3075-4F35-B665-8B2FA63E1385}" srcOrd="1" destOrd="0" presId="urn:microsoft.com/office/officeart/2008/layout/LinedList"/>
    <dgm:cxn modelId="{1ED52AE5-23E1-477A-BB67-C46C22391161}" type="presParOf" srcId="{62EAEC11-E471-491D-96D2-E8BFCA7360C1}" destId="{980F315C-B43C-412A-960E-D9ECE681267B}" srcOrd="8" destOrd="0" presId="urn:microsoft.com/office/officeart/2008/layout/LinedList"/>
    <dgm:cxn modelId="{2E700E29-6E1C-45E7-829C-622F93B5500D}" type="presParOf" srcId="{62EAEC11-E471-491D-96D2-E8BFCA7360C1}" destId="{88935407-BE57-4EB1-ADB1-46B936A1C17C}" srcOrd="9" destOrd="0" presId="urn:microsoft.com/office/officeart/2008/layout/LinedList"/>
    <dgm:cxn modelId="{BF2CB948-329A-41A4-B2C4-F6A5B5E7C94A}" type="presParOf" srcId="{88935407-BE57-4EB1-ADB1-46B936A1C17C}" destId="{72D6D952-7FE8-4878-BE90-9CA2A78F8A6E}" srcOrd="0" destOrd="0" presId="urn:microsoft.com/office/officeart/2008/layout/LinedList"/>
    <dgm:cxn modelId="{2D799065-8F4E-4A8D-B75C-25BAD204577E}" type="presParOf" srcId="{88935407-BE57-4EB1-ADB1-46B936A1C17C}" destId="{FA2F9BB9-2A21-4CC1-A896-E99984EE7B3A}" srcOrd="1" destOrd="0" presId="urn:microsoft.com/office/officeart/2008/layout/LinedList"/>
    <dgm:cxn modelId="{39091AEC-1A73-45C7-96AE-32E8B1B06466}" type="presParOf" srcId="{62EAEC11-E471-491D-96D2-E8BFCA7360C1}" destId="{950C292A-023D-42C1-AD22-430CB5B309CE}" srcOrd="10" destOrd="0" presId="urn:microsoft.com/office/officeart/2008/layout/LinedList"/>
    <dgm:cxn modelId="{F715D4D8-3451-41C3-B129-B939D58FE40F}" type="presParOf" srcId="{62EAEC11-E471-491D-96D2-E8BFCA7360C1}" destId="{EB1A6287-8A5B-4EF7-8EAB-D2A1212D720A}" srcOrd="11" destOrd="0" presId="urn:microsoft.com/office/officeart/2008/layout/LinedList"/>
    <dgm:cxn modelId="{59C3C34A-3491-4512-9B5C-941EB66F782B}" type="presParOf" srcId="{EB1A6287-8A5B-4EF7-8EAB-D2A1212D720A}" destId="{070813C4-D38C-4436-8324-2B2F146459A1}" srcOrd="0" destOrd="0" presId="urn:microsoft.com/office/officeart/2008/layout/LinedList"/>
    <dgm:cxn modelId="{5BFB4FC7-778A-4F6C-A25F-E43FEA38A59E}" type="presParOf" srcId="{EB1A6287-8A5B-4EF7-8EAB-D2A1212D720A}" destId="{268F241F-569F-4BF2-9BB8-90459907AC8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936F37A-8D4F-498E-8AC2-2F7C05B6D7D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0E03C2B-D6B1-4E51-A8EE-CF8568F8F6C9}">
      <dgm:prSet/>
      <dgm:spPr/>
      <dgm:t>
        <a:bodyPr/>
        <a:lstStyle/>
        <a:p>
          <a:r>
            <a:rPr lang="en-US" b="0" i="0" baseline="0"/>
            <a:t>:id in path = dynamic segment </a:t>
          </a:r>
          <a:endParaRPr lang="en-US"/>
        </a:p>
      </dgm:t>
    </dgm:pt>
    <dgm:pt modelId="{FC575A09-A043-4A3B-B3BC-2DCF4DC71E25}" type="parTrans" cxnId="{EF33CA9C-4FC8-42EF-A449-022B9FA40C95}">
      <dgm:prSet/>
      <dgm:spPr/>
      <dgm:t>
        <a:bodyPr/>
        <a:lstStyle/>
        <a:p>
          <a:endParaRPr lang="en-US"/>
        </a:p>
      </dgm:t>
    </dgm:pt>
    <dgm:pt modelId="{9819E78B-ADA2-46F4-A6CB-6874294F1974}" type="sibTrans" cxnId="{EF33CA9C-4FC8-42EF-A449-022B9FA40C95}">
      <dgm:prSet/>
      <dgm:spPr/>
      <dgm:t>
        <a:bodyPr/>
        <a:lstStyle/>
        <a:p>
          <a:endParaRPr lang="en-US"/>
        </a:p>
      </dgm:t>
    </dgm:pt>
    <dgm:pt modelId="{CAA9D159-2742-4150-AFA0-578C6AC80480}">
      <dgm:prSet/>
      <dgm:spPr/>
      <dgm:t>
        <a:bodyPr/>
        <a:lstStyle/>
        <a:p>
          <a:r>
            <a:rPr lang="en-US" b="0" i="0" baseline="0"/>
            <a:t>Access it with useRoute().params.id </a:t>
          </a:r>
          <a:endParaRPr lang="en-US"/>
        </a:p>
      </dgm:t>
    </dgm:pt>
    <dgm:pt modelId="{AE5E6ECA-BFE7-4566-B761-FB4EB24615F3}" type="parTrans" cxnId="{6F39EDF9-1144-44BD-99F8-2F0E28ED03F6}">
      <dgm:prSet/>
      <dgm:spPr/>
      <dgm:t>
        <a:bodyPr/>
        <a:lstStyle/>
        <a:p>
          <a:endParaRPr lang="en-US"/>
        </a:p>
      </dgm:t>
    </dgm:pt>
    <dgm:pt modelId="{DAFCBE27-545A-47DB-8571-7793BAA9B0A1}" type="sibTrans" cxnId="{6F39EDF9-1144-44BD-99F8-2F0E28ED03F6}">
      <dgm:prSet/>
      <dgm:spPr/>
      <dgm:t>
        <a:bodyPr/>
        <a:lstStyle/>
        <a:p>
          <a:endParaRPr lang="en-US"/>
        </a:p>
      </dgm:t>
    </dgm:pt>
    <dgm:pt modelId="{DFF06CBA-16EA-4573-B791-66EEBECAD13F}">
      <dgm:prSet/>
      <dgm:spPr/>
      <dgm:t>
        <a:bodyPr/>
        <a:lstStyle/>
        <a:p>
          <a:r>
            <a:rPr lang="en-US" b="0" i="0" baseline="0"/>
            <a:t>This is how every detail page works — everywhere, in every framework </a:t>
          </a:r>
          <a:endParaRPr lang="en-US"/>
        </a:p>
      </dgm:t>
    </dgm:pt>
    <dgm:pt modelId="{D2C8D750-1BFD-4A1B-9BDE-592EA2A56BF2}" type="parTrans" cxnId="{0000BE7D-7386-4446-AEE7-BEF5594A3D0D}">
      <dgm:prSet/>
      <dgm:spPr/>
      <dgm:t>
        <a:bodyPr/>
        <a:lstStyle/>
        <a:p>
          <a:endParaRPr lang="en-US"/>
        </a:p>
      </dgm:t>
    </dgm:pt>
    <dgm:pt modelId="{2B31D02D-6132-49FD-B3B9-93DF45FD34E8}" type="sibTrans" cxnId="{0000BE7D-7386-4446-AEE7-BEF5594A3D0D}">
      <dgm:prSet/>
      <dgm:spPr/>
      <dgm:t>
        <a:bodyPr/>
        <a:lstStyle/>
        <a:p>
          <a:endParaRPr lang="en-US"/>
        </a:p>
      </dgm:t>
    </dgm:pt>
    <dgm:pt modelId="{B2785F54-1A6C-45EE-B643-6CD15ED3A628}">
      <dgm:prSet/>
      <dgm:spPr/>
      <dgm:t>
        <a:bodyPr/>
        <a:lstStyle/>
        <a:p>
          <a:r>
            <a:rPr lang="en-US" b="0" i="0" baseline="0"/>
            <a:t>The ID comes from the URL, the data comes from using that ID </a:t>
          </a:r>
          <a:endParaRPr lang="en-US"/>
        </a:p>
      </dgm:t>
    </dgm:pt>
    <dgm:pt modelId="{9FA2413C-78C2-42E5-AF4B-F121E19B8811}" type="parTrans" cxnId="{F8B5D33A-DB92-4853-982C-B2CC3C14ED8D}">
      <dgm:prSet/>
      <dgm:spPr/>
      <dgm:t>
        <a:bodyPr/>
        <a:lstStyle/>
        <a:p>
          <a:endParaRPr lang="en-US"/>
        </a:p>
      </dgm:t>
    </dgm:pt>
    <dgm:pt modelId="{E3688C83-AE15-4878-AF94-D93D858D7306}" type="sibTrans" cxnId="{F8B5D33A-DB92-4853-982C-B2CC3C14ED8D}">
      <dgm:prSet/>
      <dgm:spPr/>
      <dgm:t>
        <a:bodyPr/>
        <a:lstStyle/>
        <a:p>
          <a:endParaRPr lang="en-US"/>
        </a:p>
      </dgm:t>
    </dgm:pt>
    <dgm:pt modelId="{E7F5AA5C-39E3-4C09-9ACC-414138ABCEF0}" type="pres">
      <dgm:prSet presAssocID="{E936F37A-8D4F-498E-8AC2-2F7C05B6D7DB}" presName="root" presStyleCnt="0">
        <dgm:presLayoutVars>
          <dgm:dir/>
          <dgm:resizeHandles val="exact"/>
        </dgm:presLayoutVars>
      </dgm:prSet>
      <dgm:spPr/>
    </dgm:pt>
    <dgm:pt modelId="{653C44DC-CFC9-4C2B-9100-850A0AC118FD}" type="pres">
      <dgm:prSet presAssocID="{E936F37A-8D4F-498E-8AC2-2F7C05B6D7DB}" presName="container" presStyleCnt="0">
        <dgm:presLayoutVars>
          <dgm:dir/>
          <dgm:resizeHandles val="exact"/>
        </dgm:presLayoutVars>
      </dgm:prSet>
      <dgm:spPr/>
    </dgm:pt>
    <dgm:pt modelId="{E45973EE-C800-494D-9925-1CFE0AB78B9F}" type="pres">
      <dgm:prSet presAssocID="{D0E03C2B-D6B1-4E51-A8EE-CF8568F8F6C9}" presName="compNode" presStyleCnt="0"/>
      <dgm:spPr/>
    </dgm:pt>
    <dgm:pt modelId="{309992AB-03F6-471D-A662-20842789C8B5}" type="pres">
      <dgm:prSet presAssocID="{D0E03C2B-D6B1-4E51-A8EE-CF8568F8F6C9}" presName="iconBgRect" presStyleLbl="bgShp" presStyleIdx="0" presStyleCnt="4"/>
      <dgm:spPr/>
    </dgm:pt>
    <dgm:pt modelId="{477E08D2-1558-429D-A0BD-BE5FBF3DEAA0}" type="pres">
      <dgm:prSet presAssocID="{D0E03C2B-D6B1-4E51-A8EE-CF8568F8F6C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39614BC-49F8-4335-B615-448472F9709D}" type="pres">
      <dgm:prSet presAssocID="{D0E03C2B-D6B1-4E51-A8EE-CF8568F8F6C9}" presName="spaceRect" presStyleCnt="0"/>
      <dgm:spPr/>
    </dgm:pt>
    <dgm:pt modelId="{A17052CD-7E6E-4A5B-ADEB-D6758B6B30D0}" type="pres">
      <dgm:prSet presAssocID="{D0E03C2B-D6B1-4E51-A8EE-CF8568F8F6C9}" presName="textRect" presStyleLbl="revTx" presStyleIdx="0" presStyleCnt="4">
        <dgm:presLayoutVars>
          <dgm:chMax val="1"/>
          <dgm:chPref val="1"/>
        </dgm:presLayoutVars>
      </dgm:prSet>
      <dgm:spPr/>
    </dgm:pt>
    <dgm:pt modelId="{26B35F2E-8E98-4C93-8D38-CFED964396A1}" type="pres">
      <dgm:prSet presAssocID="{9819E78B-ADA2-46F4-A6CB-6874294F1974}" presName="sibTrans" presStyleLbl="sibTrans2D1" presStyleIdx="0" presStyleCnt="0"/>
      <dgm:spPr/>
    </dgm:pt>
    <dgm:pt modelId="{AD4480DA-5AAA-45D0-8CE3-1C3692799F99}" type="pres">
      <dgm:prSet presAssocID="{CAA9D159-2742-4150-AFA0-578C6AC80480}" presName="compNode" presStyleCnt="0"/>
      <dgm:spPr/>
    </dgm:pt>
    <dgm:pt modelId="{3F2820A0-ECAE-4B2D-87B1-B8C62220FDE0}" type="pres">
      <dgm:prSet presAssocID="{CAA9D159-2742-4150-AFA0-578C6AC80480}" presName="iconBgRect" presStyleLbl="bgShp" presStyleIdx="1" presStyleCnt="4"/>
      <dgm:spPr/>
    </dgm:pt>
    <dgm:pt modelId="{86DF4C39-3179-4AC6-9FE3-0F3F25FFFBC4}" type="pres">
      <dgm:prSet presAssocID="{CAA9D159-2742-4150-AFA0-578C6AC8048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oker Hat"/>
        </a:ext>
      </dgm:extLst>
    </dgm:pt>
    <dgm:pt modelId="{D836A4BD-E857-4E93-B2D8-8FB7F0030B93}" type="pres">
      <dgm:prSet presAssocID="{CAA9D159-2742-4150-AFA0-578C6AC80480}" presName="spaceRect" presStyleCnt="0"/>
      <dgm:spPr/>
    </dgm:pt>
    <dgm:pt modelId="{27BA7BC3-1A36-4EE9-B764-8489FECED398}" type="pres">
      <dgm:prSet presAssocID="{CAA9D159-2742-4150-AFA0-578C6AC80480}" presName="textRect" presStyleLbl="revTx" presStyleIdx="1" presStyleCnt="4">
        <dgm:presLayoutVars>
          <dgm:chMax val="1"/>
          <dgm:chPref val="1"/>
        </dgm:presLayoutVars>
      </dgm:prSet>
      <dgm:spPr/>
    </dgm:pt>
    <dgm:pt modelId="{88A06981-EB7D-4FB8-973D-E782A725C4F4}" type="pres">
      <dgm:prSet presAssocID="{DAFCBE27-545A-47DB-8571-7793BAA9B0A1}" presName="sibTrans" presStyleLbl="sibTrans2D1" presStyleIdx="0" presStyleCnt="0"/>
      <dgm:spPr/>
    </dgm:pt>
    <dgm:pt modelId="{4A729B28-24F2-42CD-BCBC-A59B82A53440}" type="pres">
      <dgm:prSet presAssocID="{DFF06CBA-16EA-4573-B791-66EEBECAD13F}" presName="compNode" presStyleCnt="0"/>
      <dgm:spPr/>
    </dgm:pt>
    <dgm:pt modelId="{62A7E509-279E-4321-84AC-D6F93D893DA9}" type="pres">
      <dgm:prSet presAssocID="{DFF06CBA-16EA-4573-B791-66EEBECAD13F}" presName="iconBgRect" presStyleLbl="bgShp" presStyleIdx="2" presStyleCnt="4"/>
      <dgm:spPr/>
    </dgm:pt>
    <dgm:pt modelId="{DEA96A96-0538-45CB-BF96-4CB06410EBCE}" type="pres">
      <dgm:prSet presAssocID="{DFF06CBA-16EA-4573-B791-66EEBECAD13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240B5334-BE5A-4F5E-9D40-3F761EA34781}" type="pres">
      <dgm:prSet presAssocID="{DFF06CBA-16EA-4573-B791-66EEBECAD13F}" presName="spaceRect" presStyleCnt="0"/>
      <dgm:spPr/>
    </dgm:pt>
    <dgm:pt modelId="{468CA268-2C53-42BA-9DE2-A1FDB2A9A04F}" type="pres">
      <dgm:prSet presAssocID="{DFF06CBA-16EA-4573-B791-66EEBECAD13F}" presName="textRect" presStyleLbl="revTx" presStyleIdx="2" presStyleCnt="4">
        <dgm:presLayoutVars>
          <dgm:chMax val="1"/>
          <dgm:chPref val="1"/>
        </dgm:presLayoutVars>
      </dgm:prSet>
      <dgm:spPr/>
    </dgm:pt>
    <dgm:pt modelId="{3610B952-E029-4888-B457-EB2EE881B3DE}" type="pres">
      <dgm:prSet presAssocID="{2B31D02D-6132-49FD-B3B9-93DF45FD34E8}" presName="sibTrans" presStyleLbl="sibTrans2D1" presStyleIdx="0" presStyleCnt="0"/>
      <dgm:spPr/>
    </dgm:pt>
    <dgm:pt modelId="{7D8350DD-942F-40F1-8C11-BC8A00254603}" type="pres">
      <dgm:prSet presAssocID="{B2785F54-1A6C-45EE-B643-6CD15ED3A628}" presName="compNode" presStyleCnt="0"/>
      <dgm:spPr/>
    </dgm:pt>
    <dgm:pt modelId="{2D0ED110-3309-475F-9B25-AD680A248B5C}" type="pres">
      <dgm:prSet presAssocID="{B2785F54-1A6C-45EE-B643-6CD15ED3A628}" presName="iconBgRect" presStyleLbl="bgShp" presStyleIdx="3" presStyleCnt="4"/>
      <dgm:spPr/>
    </dgm:pt>
    <dgm:pt modelId="{4CFC678B-B16B-4C33-89F3-C51B38AA72B6}" type="pres">
      <dgm:prSet presAssocID="{B2785F54-1A6C-45EE-B643-6CD15ED3A62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2052B68C-EEC4-428C-9AF5-FBCAD19629AA}" type="pres">
      <dgm:prSet presAssocID="{B2785F54-1A6C-45EE-B643-6CD15ED3A628}" presName="spaceRect" presStyleCnt="0"/>
      <dgm:spPr/>
    </dgm:pt>
    <dgm:pt modelId="{2FA6F6FE-A5D0-43F6-88A0-6FF4C7549594}" type="pres">
      <dgm:prSet presAssocID="{B2785F54-1A6C-45EE-B643-6CD15ED3A62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6BF8704-C42B-4D4A-921A-D7A6F81D9544}" type="presOf" srcId="{DAFCBE27-545A-47DB-8571-7793BAA9B0A1}" destId="{88A06981-EB7D-4FB8-973D-E782A725C4F4}" srcOrd="0" destOrd="0" presId="urn:microsoft.com/office/officeart/2018/2/layout/IconCircleList"/>
    <dgm:cxn modelId="{F8B5D33A-DB92-4853-982C-B2CC3C14ED8D}" srcId="{E936F37A-8D4F-498E-8AC2-2F7C05B6D7DB}" destId="{B2785F54-1A6C-45EE-B643-6CD15ED3A628}" srcOrd="3" destOrd="0" parTransId="{9FA2413C-78C2-42E5-AF4B-F121E19B8811}" sibTransId="{E3688C83-AE15-4878-AF94-D93D858D7306}"/>
    <dgm:cxn modelId="{8A23FF41-ABD6-411D-B8D0-5CECDCCC1F9A}" type="presOf" srcId="{9819E78B-ADA2-46F4-A6CB-6874294F1974}" destId="{26B35F2E-8E98-4C93-8D38-CFED964396A1}" srcOrd="0" destOrd="0" presId="urn:microsoft.com/office/officeart/2018/2/layout/IconCircleList"/>
    <dgm:cxn modelId="{F7E20D44-FB44-4CB5-B6A1-7956DB4305F9}" type="presOf" srcId="{B2785F54-1A6C-45EE-B643-6CD15ED3A628}" destId="{2FA6F6FE-A5D0-43F6-88A0-6FF4C7549594}" srcOrd="0" destOrd="0" presId="urn:microsoft.com/office/officeart/2018/2/layout/IconCircleList"/>
    <dgm:cxn modelId="{4BDC1151-A2EA-43E6-8610-AD646CD64DEB}" type="presOf" srcId="{DFF06CBA-16EA-4573-B791-66EEBECAD13F}" destId="{468CA268-2C53-42BA-9DE2-A1FDB2A9A04F}" srcOrd="0" destOrd="0" presId="urn:microsoft.com/office/officeart/2018/2/layout/IconCircleList"/>
    <dgm:cxn modelId="{0000BE7D-7386-4446-AEE7-BEF5594A3D0D}" srcId="{E936F37A-8D4F-498E-8AC2-2F7C05B6D7DB}" destId="{DFF06CBA-16EA-4573-B791-66EEBECAD13F}" srcOrd="2" destOrd="0" parTransId="{D2C8D750-1BFD-4A1B-9BDE-592EA2A56BF2}" sibTransId="{2B31D02D-6132-49FD-B3B9-93DF45FD34E8}"/>
    <dgm:cxn modelId="{00966496-2B87-47B8-90D1-F8F1D9983FD1}" type="presOf" srcId="{D0E03C2B-D6B1-4E51-A8EE-CF8568F8F6C9}" destId="{A17052CD-7E6E-4A5B-ADEB-D6758B6B30D0}" srcOrd="0" destOrd="0" presId="urn:microsoft.com/office/officeart/2018/2/layout/IconCircleList"/>
    <dgm:cxn modelId="{EF33CA9C-4FC8-42EF-A449-022B9FA40C95}" srcId="{E936F37A-8D4F-498E-8AC2-2F7C05B6D7DB}" destId="{D0E03C2B-D6B1-4E51-A8EE-CF8568F8F6C9}" srcOrd="0" destOrd="0" parTransId="{FC575A09-A043-4A3B-B3BC-2DCF4DC71E25}" sibTransId="{9819E78B-ADA2-46F4-A6CB-6874294F1974}"/>
    <dgm:cxn modelId="{3FA6F5B0-B3BA-4CB7-8575-95665734FCAD}" type="presOf" srcId="{E936F37A-8D4F-498E-8AC2-2F7C05B6D7DB}" destId="{E7F5AA5C-39E3-4C09-9ACC-414138ABCEF0}" srcOrd="0" destOrd="0" presId="urn:microsoft.com/office/officeart/2018/2/layout/IconCircleList"/>
    <dgm:cxn modelId="{3C3459B2-4079-4047-8D43-348683456E36}" type="presOf" srcId="{2B31D02D-6132-49FD-B3B9-93DF45FD34E8}" destId="{3610B952-E029-4888-B457-EB2EE881B3DE}" srcOrd="0" destOrd="0" presId="urn:microsoft.com/office/officeart/2018/2/layout/IconCircleList"/>
    <dgm:cxn modelId="{F69A39ED-D2C9-4798-A36D-2B1FD0BEE265}" type="presOf" srcId="{CAA9D159-2742-4150-AFA0-578C6AC80480}" destId="{27BA7BC3-1A36-4EE9-B764-8489FECED398}" srcOrd="0" destOrd="0" presId="urn:microsoft.com/office/officeart/2018/2/layout/IconCircleList"/>
    <dgm:cxn modelId="{6F39EDF9-1144-44BD-99F8-2F0E28ED03F6}" srcId="{E936F37A-8D4F-498E-8AC2-2F7C05B6D7DB}" destId="{CAA9D159-2742-4150-AFA0-578C6AC80480}" srcOrd="1" destOrd="0" parTransId="{AE5E6ECA-BFE7-4566-B761-FB4EB24615F3}" sibTransId="{DAFCBE27-545A-47DB-8571-7793BAA9B0A1}"/>
    <dgm:cxn modelId="{26FF1215-209B-4CFF-BB86-781E277B393F}" type="presParOf" srcId="{E7F5AA5C-39E3-4C09-9ACC-414138ABCEF0}" destId="{653C44DC-CFC9-4C2B-9100-850A0AC118FD}" srcOrd="0" destOrd="0" presId="urn:microsoft.com/office/officeart/2018/2/layout/IconCircleList"/>
    <dgm:cxn modelId="{159C19F1-0DE9-4606-8285-C8C1A7DC3633}" type="presParOf" srcId="{653C44DC-CFC9-4C2B-9100-850A0AC118FD}" destId="{E45973EE-C800-494D-9925-1CFE0AB78B9F}" srcOrd="0" destOrd="0" presId="urn:microsoft.com/office/officeart/2018/2/layout/IconCircleList"/>
    <dgm:cxn modelId="{CD80C8BB-1379-47E9-BE6A-A71878435136}" type="presParOf" srcId="{E45973EE-C800-494D-9925-1CFE0AB78B9F}" destId="{309992AB-03F6-471D-A662-20842789C8B5}" srcOrd="0" destOrd="0" presId="urn:microsoft.com/office/officeart/2018/2/layout/IconCircleList"/>
    <dgm:cxn modelId="{025E0E29-649D-4D0C-BB03-B354091634E1}" type="presParOf" srcId="{E45973EE-C800-494D-9925-1CFE0AB78B9F}" destId="{477E08D2-1558-429D-A0BD-BE5FBF3DEAA0}" srcOrd="1" destOrd="0" presId="urn:microsoft.com/office/officeart/2018/2/layout/IconCircleList"/>
    <dgm:cxn modelId="{B1995A4D-8BB5-4BAA-82D6-A1BF1153F1A5}" type="presParOf" srcId="{E45973EE-C800-494D-9925-1CFE0AB78B9F}" destId="{539614BC-49F8-4335-B615-448472F9709D}" srcOrd="2" destOrd="0" presId="urn:microsoft.com/office/officeart/2018/2/layout/IconCircleList"/>
    <dgm:cxn modelId="{D0AC6819-881C-4528-AC03-BAF45FE70F3B}" type="presParOf" srcId="{E45973EE-C800-494D-9925-1CFE0AB78B9F}" destId="{A17052CD-7E6E-4A5B-ADEB-D6758B6B30D0}" srcOrd="3" destOrd="0" presId="urn:microsoft.com/office/officeart/2018/2/layout/IconCircleList"/>
    <dgm:cxn modelId="{00A9A989-2234-45E6-9212-0777203F451C}" type="presParOf" srcId="{653C44DC-CFC9-4C2B-9100-850A0AC118FD}" destId="{26B35F2E-8E98-4C93-8D38-CFED964396A1}" srcOrd="1" destOrd="0" presId="urn:microsoft.com/office/officeart/2018/2/layout/IconCircleList"/>
    <dgm:cxn modelId="{DC439EB4-A7C5-4674-A88C-294ACFF91614}" type="presParOf" srcId="{653C44DC-CFC9-4C2B-9100-850A0AC118FD}" destId="{AD4480DA-5AAA-45D0-8CE3-1C3692799F99}" srcOrd="2" destOrd="0" presId="urn:microsoft.com/office/officeart/2018/2/layout/IconCircleList"/>
    <dgm:cxn modelId="{4B8AC221-C33F-45FC-8BA0-C808F3D4F82E}" type="presParOf" srcId="{AD4480DA-5AAA-45D0-8CE3-1C3692799F99}" destId="{3F2820A0-ECAE-4B2D-87B1-B8C62220FDE0}" srcOrd="0" destOrd="0" presId="urn:microsoft.com/office/officeart/2018/2/layout/IconCircleList"/>
    <dgm:cxn modelId="{4EB3C49E-B50C-4322-A9A0-D1655FE157A7}" type="presParOf" srcId="{AD4480DA-5AAA-45D0-8CE3-1C3692799F99}" destId="{86DF4C39-3179-4AC6-9FE3-0F3F25FFFBC4}" srcOrd="1" destOrd="0" presId="urn:microsoft.com/office/officeart/2018/2/layout/IconCircleList"/>
    <dgm:cxn modelId="{D47CAA7C-BC42-43B6-8D16-FEEFA4ADA5E9}" type="presParOf" srcId="{AD4480DA-5AAA-45D0-8CE3-1C3692799F99}" destId="{D836A4BD-E857-4E93-B2D8-8FB7F0030B93}" srcOrd="2" destOrd="0" presId="urn:microsoft.com/office/officeart/2018/2/layout/IconCircleList"/>
    <dgm:cxn modelId="{13DAB5F4-76B6-40E9-A4D0-3B313C7E8263}" type="presParOf" srcId="{AD4480DA-5AAA-45D0-8CE3-1C3692799F99}" destId="{27BA7BC3-1A36-4EE9-B764-8489FECED398}" srcOrd="3" destOrd="0" presId="urn:microsoft.com/office/officeart/2018/2/layout/IconCircleList"/>
    <dgm:cxn modelId="{47443C3D-B549-4858-BC7E-841DDB4AFD9C}" type="presParOf" srcId="{653C44DC-CFC9-4C2B-9100-850A0AC118FD}" destId="{88A06981-EB7D-4FB8-973D-E782A725C4F4}" srcOrd="3" destOrd="0" presId="urn:microsoft.com/office/officeart/2018/2/layout/IconCircleList"/>
    <dgm:cxn modelId="{5C332A4F-633B-4021-AF7D-727DFC2DCD4A}" type="presParOf" srcId="{653C44DC-CFC9-4C2B-9100-850A0AC118FD}" destId="{4A729B28-24F2-42CD-BCBC-A59B82A53440}" srcOrd="4" destOrd="0" presId="urn:microsoft.com/office/officeart/2018/2/layout/IconCircleList"/>
    <dgm:cxn modelId="{5D64F576-BCB8-4488-9C9B-AB4C9AC11F68}" type="presParOf" srcId="{4A729B28-24F2-42CD-BCBC-A59B82A53440}" destId="{62A7E509-279E-4321-84AC-D6F93D893DA9}" srcOrd="0" destOrd="0" presId="urn:microsoft.com/office/officeart/2018/2/layout/IconCircleList"/>
    <dgm:cxn modelId="{CAF1D5A6-FFC4-409A-B413-715D16BFEA46}" type="presParOf" srcId="{4A729B28-24F2-42CD-BCBC-A59B82A53440}" destId="{DEA96A96-0538-45CB-BF96-4CB06410EBCE}" srcOrd="1" destOrd="0" presId="urn:microsoft.com/office/officeart/2018/2/layout/IconCircleList"/>
    <dgm:cxn modelId="{4898F965-4375-4A06-A724-FDCB3DF63C89}" type="presParOf" srcId="{4A729B28-24F2-42CD-BCBC-A59B82A53440}" destId="{240B5334-BE5A-4F5E-9D40-3F761EA34781}" srcOrd="2" destOrd="0" presId="urn:microsoft.com/office/officeart/2018/2/layout/IconCircleList"/>
    <dgm:cxn modelId="{275D2FFD-9C21-4992-AC39-ACA233DBE3C5}" type="presParOf" srcId="{4A729B28-24F2-42CD-BCBC-A59B82A53440}" destId="{468CA268-2C53-42BA-9DE2-A1FDB2A9A04F}" srcOrd="3" destOrd="0" presId="urn:microsoft.com/office/officeart/2018/2/layout/IconCircleList"/>
    <dgm:cxn modelId="{2484FF75-80D6-4E42-8B63-6CFD3C53EF8B}" type="presParOf" srcId="{653C44DC-CFC9-4C2B-9100-850A0AC118FD}" destId="{3610B952-E029-4888-B457-EB2EE881B3DE}" srcOrd="5" destOrd="0" presId="urn:microsoft.com/office/officeart/2018/2/layout/IconCircleList"/>
    <dgm:cxn modelId="{9E454F36-CADE-41C7-9151-5157AC97E042}" type="presParOf" srcId="{653C44DC-CFC9-4C2B-9100-850A0AC118FD}" destId="{7D8350DD-942F-40F1-8C11-BC8A00254603}" srcOrd="6" destOrd="0" presId="urn:microsoft.com/office/officeart/2018/2/layout/IconCircleList"/>
    <dgm:cxn modelId="{33D9CC9E-030C-4274-BDAF-1478277CEDCF}" type="presParOf" srcId="{7D8350DD-942F-40F1-8C11-BC8A00254603}" destId="{2D0ED110-3309-475F-9B25-AD680A248B5C}" srcOrd="0" destOrd="0" presId="urn:microsoft.com/office/officeart/2018/2/layout/IconCircleList"/>
    <dgm:cxn modelId="{AA2CE9AA-6B20-4F5E-A285-AAD39A46D66B}" type="presParOf" srcId="{7D8350DD-942F-40F1-8C11-BC8A00254603}" destId="{4CFC678B-B16B-4C33-89F3-C51B38AA72B6}" srcOrd="1" destOrd="0" presId="urn:microsoft.com/office/officeart/2018/2/layout/IconCircleList"/>
    <dgm:cxn modelId="{1C48954E-5E65-455E-BEA3-F07BB0C9B799}" type="presParOf" srcId="{7D8350DD-942F-40F1-8C11-BC8A00254603}" destId="{2052B68C-EEC4-428C-9AF5-FBCAD19629AA}" srcOrd="2" destOrd="0" presId="urn:microsoft.com/office/officeart/2018/2/layout/IconCircleList"/>
    <dgm:cxn modelId="{FCF651B0-865D-4A05-8A94-A3201FD26F7F}" type="presParOf" srcId="{7D8350DD-942F-40F1-8C11-BC8A00254603}" destId="{2FA6F6FE-A5D0-43F6-88A0-6FF4C754959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06AB3-A187-43BF-8A1E-3AE664127FFE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78BB80-37C7-4E31-A54E-BA2EF8722A0A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C824F-4DE3-4B8B-8B82-EAAD6DEFC79D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Well…. It’s a </a:t>
          </a:r>
          <a:r>
            <a:rPr lang="en-US" sz="1900" b="1" kern="1200" dirty="0"/>
            <a:t>relatively </a:t>
          </a:r>
          <a:r>
            <a:rPr lang="en-US" sz="1900" kern="1200" dirty="0"/>
            <a:t>easy framework</a:t>
          </a:r>
        </a:p>
      </dsp:txBody>
      <dsp:txXfrm>
        <a:off x="1059754" y="4307"/>
        <a:ext cx="5304469" cy="917536"/>
      </dsp:txXfrm>
    </dsp:sp>
    <dsp:sp modelId="{762578FF-44BF-415C-8CEC-E1468F6AD8C6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307257-D22A-48AF-93C7-6D8DF3397FEB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DE59A-7FC0-4AF5-9E1A-8E8C01814F37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It was made especially for people like you .. And me</a:t>
          </a:r>
        </a:p>
      </dsp:txBody>
      <dsp:txXfrm>
        <a:off x="1059754" y="1151227"/>
        <a:ext cx="5304469" cy="917536"/>
      </dsp:txXfrm>
    </dsp:sp>
    <dsp:sp modelId="{07DE1CCD-1853-4E8C-BD02-9EE92FFAEEF6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002B6B-E518-4BA7-BA05-8F73918F1A59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1E23B7-EA53-4228-8046-8CC6F7513DF1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It will give you a good grasp for the other FE framework concepts </a:t>
          </a:r>
        </a:p>
      </dsp:txBody>
      <dsp:txXfrm>
        <a:off x="1059754" y="2298147"/>
        <a:ext cx="5304469" cy="917536"/>
      </dsp:txXfrm>
    </dsp:sp>
    <dsp:sp modelId="{964F9FB5-537F-4A1D-B91D-13AFE258AF67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F7570-EA9A-423D-BCF1-CAC0FC2BC2D9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D25A64-732A-4F88-BDC4-A687466573CE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Great for prototyping </a:t>
          </a:r>
          <a:r>
            <a:rPr lang="en-US" sz="1900" b="1" kern="1200" dirty="0"/>
            <a:t>fast</a:t>
          </a:r>
          <a:endParaRPr lang="en-US" sz="1900" kern="1200" dirty="0"/>
        </a:p>
      </dsp:txBody>
      <dsp:txXfrm>
        <a:off x="1059754" y="3445068"/>
        <a:ext cx="5304469" cy="917536"/>
      </dsp:txXfrm>
    </dsp:sp>
    <dsp:sp modelId="{A6FE320F-1C23-40F2-9866-72287E89D54F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04A114-8413-4B41-8F1F-D640E8C308C6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B385A5-8DCD-4A33-AE16-A4A6472E9050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AI</a:t>
          </a:r>
          <a:r>
            <a:rPr lang="en-US" sz="1900" kern="1200" dirty="0"/>
            <a:t> understands it</a:t>
          </a:r>
        </a:p>
      </dsp:txBody>
      <dsp:txXfrm>
        <a:off x="1059754" y="4591988"/>
        <a:ext cx="5304469" cy="9175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2EC3CE-7645-4BD5-9883-71C293645479}">
      <dsp:nvSpPr>
        <dsp:cNvPr id="0" name=""/>
        <dsp:cNvSpPr/>
      </dsp:nvSpPr>
      <dsp:spPr>
        <a:xfrm>
          <a:off x="656244" y="0"/>
          <a:ext cx="5338764" cy="533876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ADBF72-0AF5-49B3-97A9-B81A16A6BB6D}">
      <dsp:nvSpPr>
        <dsp:cNvPr id="0" name=""/>
        <dsp:cNvSpPr/>
      </dsp:nvSpPr>
      <dsp:spPr>
        <a:xfrm>
          <a:off x="1163427" y="507182"/>
          <a:ext cx="2082117" cy="208211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Component</a:t>
          </a:r>
          <a:r>
            <a:rPr lang="en-US" sz="2400" kern="1200" dirty="0"/>
            <a:t> Single unit of function in a front-end app </a:t>
          </a:r>
        </a:p>
      </dsp:txBody>
      <dsp:txXfrm>
        <a:off x="1265068" y="608823"/>
        <a:ext cx="1878835" cy="1878835"/>
      </dsp:txXfrm>
    </dsp:sp>
    <dsp:sp modelId="{BE1E3909-BED8-49D9-A70E-0AD505938383}">
      <dsp:nvSpPr>
        <dsp:cNvPr id="0" name=""/>
        <dsp:cNvSpPr/>
      </dsp:nvSpPr>
      <dsp:spPr>
        <a:xfrm>
          <a:off x="3405707" y="507182"/>
          <a:ext cx="2082117" cy="208211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SPA</a:t>
          </a:r>
          <a:r>
            <a:rPr lang="en-US" sz="2400" kern="1200" dirty="0"/>
            <a:t> app we will get to that …</a:t>
          </a:r>
        </a:p>
      </dsp:txBody>
      <dsp:txXfrm>
        <a:off x="3507348" y="608823"/>
        <a:ext cx="1878835" cy="1878835"/>
      </dsp:txXfrm>
    </dsp:sp>
    <dsp:sp modelId="{20864B17-D296-4785-92BC-689A50854A86}">
      <dsp:nvSpPr>
        <dsp:cNvPr id="0" name=""/>
        <dsp:cNvSpPr/>
      </dsp:nvSpPr>
      <dsp:spPr>
        <a:xfrm>
          <a:off x="1163427" y="2749463"/>
          <a:ext cx="2082117" cy="208211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PWA</a:t>
          </a:r>
          <a:r>
            <a:rPr lang="en-US" sz="2400" kern="1200" dirty="0"/>
            <a:t> (progressive web app) </a:t>
          </a:r>
        </a:p>
      </dsp:txBody>
      <dsp:txXfrm>
        <a:off x="1265068" y="2851104"/>
        <a:ext cx="1878835" cy="1878835"/>
      </dsp:txXfrm>
    </dsp:sp>
    <dsp:sp modelId="{30D332DD-DF6E-4C55-9EEB-49AD616FE475}">
      <dsp:nvSpPr>
        <dsp:cNvPr id="0" name=""/>
        <dsp:cNvSpPr/>
      </dsp:nvSpPr>
      <dsp:spPr>
        <a:xfrm>
          <a:off x="3405707" y="2749463"/>
          <a:ext cx="2082117" cy="208211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CSR</a:t>
          </a:r>
          <a:r>
            <a:rPr lang="en-US" sz="2400" kern="1200" dirty="0"/>
            <a:t> (Client-side render)</a:t>
          </a:r>
        </a:p>
      </dsp:txBody>
      <dsp:txXfrm>
        <a:off x="3507348" y="2851104"/>
        <a:ext cx="1878835" cy="18788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617A5-2299-4CC3-B6D9-46FF6EF18B14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F7605B-94B3-453E-AC9A-765C8BADE1E4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B92EF3-9473-448B-9391-993A65B91ACD}">
      <dsp:nvSpPr>
        <dsp:cNvPr id="0" name=""/>
        <dsp:cNvSpPr/>
      </dsp:nvSpPr>
      <dsp:spPr>
        <a:xfrm>
          <a:off x="1939533" y="717"/>
          <a:ext cx="2835720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1- Create a vue app:</a:t>
          </a:r>
        </a:p>
      </dsp:txBody>
      <dsp:txXfrm>
        <a:off x="1939533" y="717"/>
        <a:ext cx="2835720" cy="1679249"/>
      </dsp:txXfrm>
    </dsp:sp>
    <dsp:sp modelId="{0A8253D6-4960-4524-88FB-4BF087F70F76}">
      <dsp:nvSpPr>
        <dsp:cNvPr id="0" name=""/>
        <dsp:cNvSpPr/>
      </dsp:nvSpPr>
      <dsp:spPr>
        <a:xfrm>
          <a:off x="4775253" y="717"/>
          <a:ext cx="152634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- </a:t>
          </a:r>
          <a:r>
            <a:rPr lang="en-US" sz="1700" kern="1200" dirty="0" err="1"/>
            <a:t>npm</a:t>
          </a:r>
          <a:r>
            <a:rPr lang="en-US" sz="1700" kern="1200" dirty="0"/>
            <a:t> create </a:t>
          </a:r>
          <a:r>
            <a:rPr lang="en-US" sz="1700" kern="1200" dirty="0" err="1"/>
            <a:t>vue@latest</a:t>
          </a:r>
          <a:endParaRPr lang="en-US" sz="1700" kern="1200" dirty="0"/>
        </a:p>
      </dsp:txBody>
      <dsp:txXfrm>
        <a:off x="4775253" y="717"/>
        <a:ext cx="1526347" cy="1679249"/>
      </dsp:txXfrm>
    </dsp:sp>
    <dsp:sp modelId="{DE75FAEE-610C-488B-AA24-7ADE09486D20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115A9B-88C8-41CA-B49F-619B664AAB53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5F0E3-2B96-426C-A88B-201434B3079E}">
      <dsp:nvSpPr>
        <dsp:cNvPr id="0" name=""/>
        <dsp:cNvSpPr/>
      </dsp:nvSpPr>
      <dsp:spPr>
        <a:xfrm>
          <a:off x="1939533" y="2099779"/>
          <a:ext cx="2835720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2- Install the dependencies:</a:t>
          </a:r>
        </a:p>
      </dsp:txBody>
      <dsp:txXfrm>
        <a:off x="1939533" y="2099779"/>
        <a:ext cx="2835720" cy="1679249"/>
      </dsp:txXfrm>
    </dsp:sp>
    <dsp:sp modelId="{75FBBA93-6B4D-4246-A668-578A7D231947}">
      <dsp:nvSpPr>
        <dsp:cNvPr id="0" name=""/>
        <dsp:cNvSpPr/>
      </dsp:nvSpPr>
      <dsp:spPr>
        <a:xfrm>
          <a:off x="4775253" y="2099779"/>
          <a:ext cx="152634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npm I</a:t>
          </a:r>
        </a:p>
      </dsp:txBody>
      <dsp:txXfrm>
        <a:off x="4775253" y="2099779"/>
        <a:ext cx="1526347" cy="1679249"/>
      </dsp:txXfrm>
    </dsp:sp>
    <dsp:sp modelId="{62888DDB-B6AB-4363-BDA3-5E796C6ED85D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6D555E-A8AF-4706-BD6E-ED571B9F1C83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10FB77-54EB-44CF-A31B-370DA401E03F}">
      <dsp:nvSpPr>
        <dsp:cNvPr id="0" name=""/>
        <dsp:cNvSpPr/>
      </dsp:nvSpPr>
      <dsp:spPr>
        <a:xfrm>
          <a:off x="1939533" y="4198841"/>
          <a:ext cx="2835720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3- Run the project</a:t>
          </a:r>
        </a:p>
      </dsp:txBody>
      <dsp:txXfrm>
        <a:off x="1939533" y="4198841"/>
        <a:ext cx="2835720" cy="1679249"/>
      </dsp:txXfrm>
    </dsp:sp>
    <dsp:sp modelId="{75152F65-6A7D-46D1-86E9-2764902B36F0}">
      <dsp:nvSpPr>
        <dsp:cNvPr id="0" name=""/>
        <dsp:cNvSpPr/>
      </dsp:nvSpPr>
      <dsp:spPr>
        <a:xfrm>
          <a:off x="4775253" y="4198841"/>
          <a:ext cx="152634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npm run dev</a:t>
          </a:r>
        </a:p>
      </dsp:txBody>
      <dsp:txXfrm>
        <a:off x="4775253" y="4198841"/>
        <a:ext cx="1526347" cy="16792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7A75FD-172E-42AB-A800-51DF3B5EDE86}">
      <dsp:nvSpPr>
        <dsp:cNvPr id="0" name=""/>
        <dsp:cNvSpPr/>
      </dsp:nvSpPr>
      <dsp:spPr>
        <a:xfrm>
          <a:off x="212335" y="1507711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7E9122-5C96-4FCB-8F4D-9A67DFFAB723}">
      <dsp:nvSpPr>
        <dsp:cNvPr id="0" name=""/>
        <dsp:cNvSpPr/>
      </dsp:nvSpPr>
      <dsp:spPr>
        <a:xfrm>
          <a:off x="492877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EAEC91-F374-4827-B590-965E6B9605AC}">
      <dsp:nvSpPr>
        <dsp:cNvPr id="0" name=""/>
        <dsp:cNvSpPr/>
      </dsp:nvSpPr>
      <dsp:spPr>
        <a:xfrm>
          <a:off x="1834517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Directives are special </a:t>
          </a:r>
          <a:r>
            <a:rPr lang="en-US" sz="1400" b="1" kern="1200"/>
            <a:t>attributes</a:t>
          </a:r>
          <a:r>
            <a:rPr lang="en-US" sz="1400" kern="1200"/>
            <a:t> in Vue that start with v-.</a:t>
          </a:r>
          <a:br>
            <a:rPr lang="en-US" sz="1400" kern="1200"/>
          </a:br>
          <a:r>
            <a:rPr lang="en-US" sz="1400" kern="1200"/>
            <a:t>They tell Vue to </a:t>
          </a:r>
          <a:r>
            <a:rPr lang="en-US" sz="1400" b="1" kern="1200"/>
            <a:t>do something dynamic</a:t>
          </a:r>
          <a:r>
            <a:rPr lang="en-US" sz="1400" kern="1200"/>
            <a:t> with the DOM — like showing, hiding, looping, or binding values.</a:t>
          </a:r>
        </a:p>
      </dsp:txBody>
      <dsp:txXfrm>
        <a:off x="1834517" y="1507711"/>
        <a:ext cx="3148942" cy="1335915"/>
      </dsp:txXfrm>
    </dsp:sp>
    <dsp:sp modelId="{BB5D01A8-9257-49A2-867B-956E1B96E4E5}">
      <dsp:nvSpPr>
        <dsp:cNvPr id="0" name=""/>
        <dsp:cNvSpPr/>
      </dsp:nvSpPr>
      <dsp:spPr>
        <a:xfrm>
          <a:off x="5532139" y="1507711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0ACF02-DE4E-479F-8875-FF2133EF531F}">
      <dsp:nvSpPr>
        <dsp:cNvPr id="0" name=""/>
        <dsp:cNvSpPr/>
      </dsp:nvSpPr>
      <dsp:spPr>
        <a:xfrm>
          <a:off x="5812681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FC900D-4A06-4889-BE62-7E1A91C34581}">
      <dsp:nvSpPr>
        <dsp:cNvPr id="0" name=""/>
        <dsp:cNvSpPr/>
      </dsp:nvSpPr>
      <dsp:spPr>
        <a:xfrm>
          <a:off x="7154322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They bridge </a:t>
          </a:r>
          <a:r>
            <a:rPr lang="en-US" sz="1400" b="1" kern="1200" dirty="0"/>
            <a:t>HTML (structure)</a:t>
          </a:r>
          <a:r>
            <a:rPr lang="en-US" sz="1400" kern="1200" dirty="0"/>
            <a:t> and </a:t>
          </a:r>
          <a:r>
            <a:rPr lang="en-US" sz="1400" b="1" kern="1200" dirty="0"/>
            <a:t>JavaScript (logic)</a:t>
          </a:r>
          <a:r>
            <a:rPr lang="en-US" sz="1400" kern="1200" dirty="0"/>
            <a:t> — allowing you to make your UI respond instantly to data changes.</a:t>
          </a:r>
        </a:p>
      </dsp:txBody>
      <dsp:txXfrm>
        <a:off x="7154322" y="1507711"/>
        <a:ext cx="3148942" cy="13359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76ACBE-E6C1-4021-814E-71B19F2A1D59}">
      <dsp:nvSpPr>
        <dsp:cNvPr id="0" name=""/>
        <dsp:cNvSpPr/>
      </dsp:nvSpPr>
      <dsp:spPr>
        <a:xfrm>
          <a:off x="145160" y="178712"/>
          <a:ext cx="1301244" cy="130124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1F9CFA-4E2E-4330-84DF-A0E8A1BF4082}">
      <dsp:nvSpPr>
        <dsp:cNvPr id="0" name=""/>
        <dsp:cNvSpPr/>
      </dsp:nvSpPr>
      <dsp:spPr>
        <a:xfrm>
          <a:off x="418421" y="451973"/>
          <a:ext cx="754721" cy="7547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5C499-4C10-4C13-8A73-56AB42E60742}">
      <dsp:nvSpPr>
        <dsp:cNvPr id="0" name=""/>
        <dsp:cNvSpPr/>
      </dsp:nvSpPr>
      <dsp:spPr>
        <a:xfrm>
          <a:off x="1725242" y="178712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Vue Router is Vue's official routing library </a:t>
          </a:r>
          <a:endParaRPr lang="en-US" sz="2300" kern="1200"/>
        </a:p>
      </dsp:txBody>
      <dsp:txXfrm>
        <a:off x="1725242" y="178712"/>
        <a:ext cx="3067218" cy="1301244"/>
      </dsp:txXfrm>
    </dsp:sp>
    <dsp:sp modelId="{2DE28DEE-CD86-4C88-950E-5B23295ACEDD}">
      <dsp:nvSpPr>
        <dsp:cNvPr id="0" name=""/>
        <dsp:cNvSpPr/>
      </dsp:nvSpPr>
      <dsp:spPr>
        <a:xfrm>
          <a:off x="5326899" y="178712"/>
          <a:ext cx="1301244" cy="130124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F52D9B-9C98-4569-BD9F-DA7952E6D0D6}">
      <dsp:nvSpPr>
        <dsp:cNvPr id="0" name=""/>
        <dsp:cNvSpPr/>
      </dsp:nvSpPr>
      <dsp:spPr>
        <a:xfrm>
          <a:off x="5600160" y="451973"/>
          <a:ext cx="754721" cy="7547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008A28-C913-437A-9741-7DAFA62261A3}">
      <dsp:nvSpPr>
        <dsp:cNvPr id="0" name=""/>
        <dsp:cNvSpPr/>
      </dsp:nvSpPr>
      <dsp:spPr>
        <a:xfrm>
          <a:off x="6906981" y="178712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Maps URL paths to View components </a:t>
          </a:r>
          <a:endParaRPr lang="en-US" sz="2300" kern="1200"/>
        </a:p>
      </dsp:txBody>
      <dsp:txXfrm>
        <a:off x="6906981" y="178712"/>
        <a:ext cx="3067218" cy="1301244"/>
      </dsp:txXfrm>
    </dsp:sp>
    <dsp:sp modelId="{44AB2D5B-BEA3-4394-AF31-8C1A5C5B9A1F}">
      <dsp:nvSpPr>
        <dsp:cNvPr id="0" name=""/>
        <dsp:cNvSpPr/>
      </dsp:nvSpPr>
      <dsp:spPr>
        <a:xfrm>
          <a:off x="145160" y="2086203"/>
          <a:ext cx="1301244" cy="130124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C430BC-2E3D-45A8-9F7D-AB44B85F741B}">
      <dsp:nvSpPr>
        <dsp:cNvPr id="0" name=""/>
        <dsp:cNvSpPr/>
      </dsp:nvSpPr>
      <dsp:spPr>
        <a:xfrm>
          <a:off x="418421" y="2359464"/>
          <a:ext cx="754721" cy="7547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B42385-B55D-4154-ABEB-19E8D04DD99A}">
      <dsp:nvSpPr>
        <dsp:cNvPr id="0" name=""/>
        <dsp:cNvSpPr/>
      </dsp:nvSpPr>
      <dsp:spPr>
        <a:xfrm>
          <a:off x="1725242" y="2086203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 dirty="0"/>
            <a:t>URL changes, component swaps, page </a:t>
          </a:r>
          <a:r>
            <a:rPr lang="en-US" sz="2300" b="1" i="0" u="sng" kern="1200" baseline="0" dirty="0"/>
            <a:t>never reloads </a:t>
          </a:r>
          <a:endParaRPr lang="en-US" sz="2300" b="1" u="sng" kern="1200" dirty="0"/>
        </a:p>
      </dsp:txBody>
      <dsp:txXfrm>
        <a:off x="1725242" y="2086203"/>
        <a:ext cx="3067218" cy="1301244"/>
      </dsp:txXfrm>
    </dsp:sp>
    <dsp:sp modelId="{BF4D779F-169B-470C-81D4-55DFC410FF4A}">
      <dsp:nvSpPr>
        <dsp:cNvPr id="0" name=""/>
        <dsp:cNvSpPr/>
      </dsp:nvSpPr>
      <dsp:spPr>
        <a:xfrm>
          <a:off x="5326899" y="2086203"/>
          <a:ext cx="1301244" cy="130124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7100C7-9740-4F22-A196-C2F0080F348F}">
      <dsp:nvSpPr>
        <dsp:cNvPr id="0" name=""/>
        <dsp:cNvSpPr/>
      </dsp:nvSpPr>
      <dsp:spPr>
        <a:xfrm>
          <a:off x="5600160" y="2359464"/>
          <a:ext cx="754721" cy="7547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3065BB-D3D4-46B3-A7C9-B8CE2426B5A1}">
      <dsp:nvSpPr>
        <dsp:cNvPr id="0" name=""/>
        <dsp:cNvSpPr/>
      </dsp:nvSpPr>
      <dsp:spPr>
        <a:xfrm>
          <a:off x="6906981" y="2086203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 dirty="0"/>
            <a:t>Already a familiar concept — just like Express but for the frontend </a:t>
          </a:r>
          <a:endParaRPr lang="en-US" sz="2300" kern="1200" dirty="0"/>
        </a:p>
      </dsp:txBody>
      <dsp:txXfrm>
        <a:off x="6906981" y="2086203"/>
        <a:ext cx="3067218" cy="130124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A1AB0E-DBF9-4A15-B344-32ADAC44156B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A6459D-FB7B-4D9A-AB96-96E3F6F97D10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Selected during </a:t>
          </a:r>
          <a:r>
            <a:rPr lang="en-US" sz="2500" kern="1200" dirty="0" err="1"/>
            <a:t>npm</a:t>
          </a:r>
          <a:r>
            <a:rPr lang="en-US" sz="2500" kern="1200" dirty="0"/>
            <a:t> create </a:t>
          </a:r>
          <a:r>
            <a:rPr lang="en-US" sz="2500" kern="1200" dirty="0" err="1"/>
            <a:t>vue@latest</a:t>
          </a:r>
          <a:r>
            <a:rPr lang="en-US" sz="2500" kern="1200" dirty="0"/>
            <a:t> — </a:t>
          </a:r>
          <a:r>
            <a:rPr lang="en-US" sz="2500" b="1" kern="1200" dirty="0"/>
            <a:t>recommended</a:t>
          </a:r>
        </a:p>
      </dsp:txBody>
      <dsp:txXfrm>
        <a:off x="0" y="2703"/>
        <a:ext cx="6900512" cy="921789"/>
      </dsp:txXfrm>
    </dsp:sp>
    <dsp:sp modelId="{35EE38FA-9A3B-498F-84CE-926FAC124E0F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5D785-60AF-4B2D-91BB-8FAA8AF2D2B2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Or manually: </a:t>
          </a:r>
          <a:r>
            <a:rPr lang="en-US" sz="2500" kern="1200" dirty="0" err="1"/>
            <a:t>npm</a:t>
          </a:r>
          <a:r>
            <a:rPr lang="en-US" sz="2500" kern="1200" dirty="0"/>
            <a:t> install </a:t>
          </a:r>
          <a:r>
            <a:rPr lang="en-US" sz="2500" kern="1200" dirty="0" err="1"/>
            <a:t>vue</a:t>
          </a:r>
          <a:r>
            <a:rPr lang="en-US" sz="2500" kern="1200" dirty="0"/>
            <a:t>-router</a:t>
          </a:r>
        </a:p>
      </dsp:txBody>
      <dsp:txXfrm>
        <a:off x="0" y="924492"/>
        <a:ext cx="6900512" cy="921789"/>
      </dsp:txXfrm>
    </dsp:sp>
    <dsp:sp modelId="{235ABAF1-0A54-4DD4-A839-7DBC2E966C2D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F8F82F-8CEB-435E-9D1A-5347419EEA49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Three things Vue Router needs to work:</a:t>
          </a:r>
        </a:p>
      </dsp:txBody>
      <dsp:txXfrm>
        <a:off x="0" y="1846281"/>
        <a:ext cx="6900512" cy="921789"/>
      </dsp:txXfrm>
    </dsp:sp>
    <dsp:sp modelId="{C82FD946-F5EC-4AE8-A54C-7A7C8DA6E901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E60A1-7597-4AF9-A124-BA4A4029E9B5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Route definitions — path → component mapping</a:t>
          </a:r>
        </a:p>
      </dsp:txBody>
      <dsp:txXfrm>
        <a:off x="0" y="2768070"/>
        <a:ext cx="6900512" cy="921789"/>
      </dsp:txXfrm>
    </dsp:sp>
    <dsp:sp modelId="{980F315C-B43C-412A-960E-D9ECE681267B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6D952-7FE8-4878-BE90-9CA2A78F8A6E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Router instance installed in main.js</a:t>
          </a:r>
        </a:p>
      </dsp:txBody>
      <dsp:txXfrm>
        <a:off x="0" y="3689859"/>
        <a:ext cx="6900512" cy="921789"/>
      </dsp:txXfrm>
    </dsp:sp>
    <dsp:sp modelId="{950C292A-023D-42C1-AD22-430CB5B309CE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813C4-D38C-4436-8324-2B2F146459A1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&lt;</a:t>
          </a:r>
          <a:r>
            <a:rPr lang="en-US" sz="2500" kern="1200" dirty="0" err="1"/>
            <a:t>RouterView</a:t>
          </a:r>
          <a:r>
            <a:rPr lang="en-US" sz="2500" kern="1200" dirty="0"/>
            <a:t> /&gt; in </a:t>
          </a:r>
          <a:r>
            <a:rPr lang="en-US" sz="2500" kern="1200" dirty="0" err="1"/>
            <a:t>App.vue</a:t>
          </a:r>
          <a:r>
            <a:rPr lang="en-US" sz="2500" kern="1200" dirty="0"/>
            <a:t> — the window where pages render</a:t>
          </a:r>
        </a:p>
      </dsp:txBody>
      <dsp:txXfrm>
        <a:off x="0" y="4611648"/>
        <a:ext cx="6900512" cy="9217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9992AB-03F6-471D-A662-20842789C8B5}">
      <dsp:nvSpPr>
        <dsp:cNvPr id="0" name=""/>
        <dsp:cNvSpPr/>
      </dsp:nvSpPr>
      <dsp:spPr>
        <a:xfrm>
          <a:off x="145160" y="178712"/>
          <a:ext cx="1301244" cy="130124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7E08D2-1558-429D-A0BD-BE5FBF3DEAA0}">
      <dsp:nvSpPr>
        <dsp:cNvPr id="0" name=""/>
        <dsp:cNvSpPr/>
      </dsp:nvSpPr>
      <dsp:spPr>
        <a:xfrm>
          <a:off x="418421" y="451973"/>
          <a:ext cx="754721" cy="7547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052CD-7E6E-4A5B-ADEB-D6758B6B30D0}">
      <dsp:nvSpPr>
        <dsp:cNvPr id="0" name=""/>
        <dsp:cNvSpPr/>
      </dsp:nvSpPr>
      <dsp:spPr>
        <a:xfrm>
          <a:off x="1725242" y="178712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:id in path = dynamic segment </a:t>
          </a:r>
          <a:endParaRPr lang="en-US" sz="2300" kern="1200"/>
        </a:p>
      </dsp:txBody>
      <dsp:txXfrm>
        <a:off x="1725242" y="178712"/>
        <a:ext cx="3067218" cy="1301244"/>
      </dsp:txXfrm>
    </dsp:sp>
    <dsp:sp modelId="{3F2820A0-ECAE-4B2D-87B1-B8C62220FDE0}">
      <dsp:nvSpPr>
        <dsp:cNvPr id="0" name=""/>
        <dsp:cNvSpPr/>
      </dsp:nvSpPr>
      <dsp:spPr>
        <a:xfrm>
          <a:off x="5326899" y="178712"/>
          <a:ext cx="1301244" cy="130124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DF4C39-3179-4AC6-9FE3-0F3F25FFFBC4}">
      <dsp:nvSpPr>
        <dsp:cNvPr id="0" name=""/>
        <dsp:cNvSpPr/>
      </dsp:nvSpPr>
      <dsp:spPr>
        <a:xfrm>
          <a:off x="5600160" y="451973"/>
          <a:ext cx="754721" cy="7547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A7BC3-1A36-4EE9-B764-8489FECED398}">
      <dsp:nvSpPr>
        <dsp:cNvPr id="0" name=""/>
        <dsp:cNvSpPr/>
      </dsp:nvSpPr>
      <dsp:spPr>
        <a:xfrm>
          <a:off x="6906981" y="178712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Access it with useRoute().params.id </a:t>
          </a:r>
          <a:endParaRPr lang="en-US" sz="2300" kern="1200"/>
        </a:p>
      </dsp:txBody>
      <dsp:txXfrm>
        <a:off x="6906981" y="178712"/>
        <a:ext cx="3067218" cy="1301244"/>
      </dsp:txXfrm>
    </dsp:sp>
    <dsp:sp modelId="{62A7E509-279E-4321-84AC-D6F93D893DA9}">
      <dsp:nvSpPr>
        <dsp:cNvPr id="0" name=""/>
        <dsp:cNvSpPr/>
      </dsp:nvSpPr>
      <dsp:spPr>
        <a:xfrm>
          <a:off x="145160" y="2086203"/>
          <a:ext cx="1301244" cy="130124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A96A96-0538-45CB-BF96-4CB06410EBCE}">
      <dsp:nvSpPr>
        <dsp:cNvPr id="0" name=""/>
        <dsp:cNvSpPr/>
      </dsp:nvSpPr>
      <dsp:spPr>
        <a:xfrm>
          <a:off x="418421" y="2359464"/>
          <a:ext cx="754721" cy="7547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8CA268-2C53-42BA-9DE2-A1FDB2A9A04F}">
      <dsp:nvSpPr>
        <dsp:cNvPr id="0" name=""/>
        <dsp:cNvSpPr/>
      </dsp:nvSpPr>
      <dsp:spPr>
        <a:xfrm>
          <a:off x="1725242" y="2086203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This is how every detail page works — everywhere, in every framework </a:t>
          </a:r>
          <a:endParaRPr lang="en-US" sz="2300" kern="1200"/>
        </a:p>
      </dsp:txBody>
      <dsp:txXfrm>
        <a:off x="1725242" y="2086203"/>
        <a:ext cx="3067218" cy="1301244"/>
      </dsp:txXfrm>
    </dsp:sp>
    <dsp:sp modelId="{2D0ED110-3309-475F-9B25-AD680A248B5C}">
      <dsp:nvSpPr>
        <dsp:cNvPr id="0" name=""/>
        <dsp:cNvSpPr/>
      </dsp:nvSpPr>
      <dsp:spPr>
        <a:xfrm>
          <a:off x="5326899" y="2086203"/>
          <a:ext cx="1301244" cy="130124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C678B-B16B-4C33-89F3-C51B38AA72B6}">
      <dsp:nvSpPr>
        <dsp:cNvPr id="0" name=""/>
        <dsp:cNvSpPr/>
      </dsp:nvSpPr>
      <dsp:spPr>
        <a:xfrm>
          <a:off x="5600160" y="2359464"/>
          <a:ext cx="754721" cy="7547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A6F6FE-A5D0-43F6-88A0-6FF4C7549594}">
      <dsp:nvSpPr>
        <dsp:cNvPr id="0" name=""/>
        <dsp:cNvSpPr/>
      </dsp:nvSpPr>
      <dsp:spPr>
        <a:xfrm>
          <a:off x="6906981" y="2086203"/>
          <a:ext cx="3067218" cy="1301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baseline="0"/>
            <a:t>The ID comes from the URL, the data comes from using that ID </a:t>
          </a:r>
          <a:endParaRPr lang="en-US" sz="2300" kern="1200"/>
        </a:p>
      </dsp:txBody>
      <dsp:txXfrm>
        <a:off x="6906981" y="2086203"/>
        <a:ext cx="3067218" cy="13012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FC5E6-A95C-46C6-B42D-CC2825074413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6E55A-669F-4FB4-81CE-F529CE1E5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6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6E55A-669F-4FB4-81CE-F529CE1E54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21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6E55A-669F-4FB4-81CE-F529CE1E54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75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6E55A-669F-4FB4-81CE-F529CE1E54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168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6E55A-669F-4FB4-81CE-F529CE1E546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57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&lt;template&gt;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&lt;div class="min-h-screen flex items-center justify-center"&gt;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&lt;div class="card w-96 shadow-xl"&gt;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&lt;figure&gt;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&lt;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="https://images.unsplash.com/photo-1503264116251-35a269479413?q=80&amp;w=600"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alt="Shoes"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/&gt;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&lt;/figure&gt;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&lt;div class="card-body"&gt;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&lt;h2 class="card-title"&gt;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Cozy Sneakers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&lt;div class="badge badge-secondary"&gt;NEW&lt;/div&gt;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&lt;/h2&gt;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&lt;p&gt;High-quality sneakers that go with everything you wear 👟&lt;/p&gt;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&lt;div class="card-actions justify-start"&gt;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&lt;div class="badge badge-outline"&gt;Fashion&lt;/div&gt;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  &lt;div class="badge badge-outline"&gt;Casual&lt;/div&gt;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&lt;button class="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btn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-primary mt-3"&gt;Buy Now&lt;/button&gt;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&lt;/template&gt;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setup&gt;&lt;/script&gt;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 scoped&gt;&lt;/style&gt;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6E55A-669F-4FB4-81CE-F529CE1E546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14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&lt;template&gt;</a:t>
            </a:r>
          </a:p>
          <a:p>
            <a:r>
              <a:rPr lang="en-US" dirty="0"/>
              <a:t>  &lt;div</a:t>
            </a:r>
          </a:p>
          <a:p>
            <a:r>
              <a:rPr lang="en-US" dirty="0"/>
              <a:t>    class="card w-full sm:w-80 shadow-xl bg-base-100 transition-all hover:shadow-2xl </a:t>
            </a:r>
            <a:r>
              <a:rPr lang="en-US" dirty="0" err="1"/>
              <a:t>hover:scale</a:t>
            </a:r>
            <a:r>
              <a:rPr lang="en-US" dirty="0"/>
              <a:t>-[1.02] cursor-pointer"</a:t>
            </a:r>
          </a:p>
          <a:p>
            <a:r>
              <a:rPr lang="en-US" dirty="0"/>
              <a:t>    @click="handleCardClick"</a:t>
            </a:r>
          </a:p>
          <a:p>
            <a:r>
              <a:rPr lang="en-US" dirty="0"/>
              <a:t>  &gt;</a:t>
            </a:r>
          </a:p>
          <a:p>
            <a:r>
              <a:rPr lang="en-US" dirty="0"/>
              <a:t>    &lt;figure v-if="image"&gt;</a:t>
            </a:r>
          </a:p>
          <a:p>
            <a:r>
              <a:rPr lang="en-US" dirty="0"/>
              <a:t>      &lt;</a:t>
            </a:r>
            <a:r>
              <a:rPr lang="en-US" dirty="0" err="1"/>
              <a:t>img</a:t>
            </a:r>
            <a:r>
              <a:rPr lang="en-US" dirty="0"/>
              <a:t> :</a:t>
            </a:r>
            <a:r>
              <a:rPr lang="en-US" dirty="0" err="1"/>
              <a:t>src</a:t>
            </a:r>
            <a:r>
              <a:rPr lang="en-US" dirty="0"/>
              <a:t>="image" :alt="title" class="object-cover h-48 w-full" /&gt;</a:t>
            </a:r>
          </a:p>
          <a:p>
            <a:r>
              <a:rPr lang="en-US" dirty="0"/>
              <a:t>    &lt;/figure&gt;</a:t>
            </a:r>
          </a:p>
          <a:p>
            <a:endParaRPr lang="en-US" dirty="0"/>
          </a:p>
          <a:p>
            <a:r>
              <a:rPr lang="en-US" dirty="0"/>
              <a:t>    &lt;div class="card-body"&gt;</a:t>
            </a:r>
          </a:p>
          <a:p>
            <a:r>
              <a:rPr lang="en-US" dirty="0"/>
              <a:t>      &lt;div class="flex justify-between items-center"&gt;</a:t>
            </a:r>
          </a:p>
          <a:p>
            <a:r>
              <a:rPr lang="en-US" dirty="0"/>
              <a:t>        &lt;h2 class="card-title text-lg font-bold"&gt;{{ title }}&lt;/h2&gt;</a:t>
            </a:r>
          </a:p>
          <a:p>
            <a:r>
              <a:rPr lang="en-US" dirty="0"/>
              <a:t>        &lt;div v-if="badge" class="badge badge-secondary"&gt;{{ badge }}&lt;/div&gt;</a:t>
            </a:r>
          </a:p>
          <a:p>
            <a:r>
              <a:rPr lang="en-US" dirty="0"/>
              <a:t>      &lt;/div&gt;</a:t>
            </a:r>
          </a:p>
          <a:p>
            <a:endParaRPr lang="en-US" dirty="0"/>
          </a:p>
          <a:p>
            <a:r>
              <a:rPr lang="en-US" dirty="0"/>
              <a:t>      &lt;p v-if="description" class="text-</a:t>
            </a:r>
            <a:r>
              <a:rPr lang="en-US" dirty="0" err="1"/>
              <a:t>sm</a:t>
            </a:r>
            <a:r>
              <a:rPr lang="en-US" dirty="0"/>
              <a:t> text-gray-600"&gt;</a:t>
            </a:r>
          </a:p>
          <a:p>
            <a:r>
              <a:rPr lang="en-US" dirty="0"/>
              <a:t>        {{ description }}</a:t>
            </a:r>
          </a:p>
          <a:p>
            <a:r>
              <a:rPr lang="en-US" dirty="0"/>
              <a:t>      &lt;/p&gt;</a:t>
            </a:r>
          </a:p>
          <a:p>
            <a:endParaRPr lang="en-US" dirty="0"/>
          </a:p>
          <a:p>
            <a:r>
              <a:rPr lang="en-US" dirty="0"/>
              <a:t>      &lt;div v-if="</a:t>
            </a:r>
            <a:r>
              <a:rPr lang="en-US" dirty="0" err="1"/>
              <a:t>tags?.length</a:t>
            </a:r>
            <a:r>
              <a:rPr lang="en-US" dirty="0"/>
              <a:t>" class="card-actions justify-start mt-2"&gt;</a:t>
            </a:r>
          </a:p>
          <a:p>
            <a:r>
              <a:rPr lang="en-US" dirty="0"/>
              <a:t>        &lt;div</a:t>
            </a:r>
          </a:p>
          <a:p>
            <a:r>
              <a:rPr lang="en-US" dirty="0"/>
              <a:t>          v-for="(tag, </a:t>
            </a:r>
            <a:r>
              <a:rPr lang="en-US" dirty="0" err="1"/>
              <a:t>i</a:t>
            </a:r>
            <a:r>
              <a:rPr lang="en-US" dirty="0"/>
              <a:t>) in tags"</a:t>
            </a:r>
          </a:p>
          <a:p>
            <a:r>
              <a:rPr lang="en-US" dirty="0"/>
              <a:t>          :key="</a:t>
            </a:r>
            <a:r>
              <a:rPr lang="en-US" dirty="0" err="1"/>
              <a:t>i</a:t>
            </a:r>
            <a:r>
              <a:rPr lang="en-US" dirty="0"/>
              <a:t>"</a:t>
            </a:r>
          </a:p>
          <a:p>
            <a:r>
              <a:rPr lang="en-US" dirty="0"/>
              <a:t>          class="badge badge-outline"</a:t>
            </a:r>
          </a:p>
          <a:p>
            <a:r>
              <a:rPr lang="en-US" dirty="0"/>
              <a:t>        &gt;</a:t>
            </a:r>
          </a:p>
          <a:p>
            <a:r>
              <a:rPr lang="en-US" dirty="0"/>
              <a:t>          {{ tag }}</a:t>
            </a:r>
          </a:p>
          <a:p>
            <a:r>
              <a:rPr lang="en-US" dirty="0"/>
              <a:t>        &lt;/div&gt;</a:t>
            </a:r>
          </a:p>
          <a:p>
            <a:r>
              <a:rPr lang="en-US" dirty="0"/>
              <a:t>      &lt;/div&gt;</a:t>
            </a:r>
          </a:p>
          <a:p>
            <a:endParaRPr lang="en-US" dirty="0"/>
          </a:p>
          <a:p>
            <a:r>
              <a:rPr lang="en-US" dirty="0"/>
              <a:t>      &lt;slot&gt;&lt;/slot&gt;</a:t>
            </a:r>
          </a:p>
          <a:p>
            <a:endParaRPr lang="en-US" dirty="0"/>
          </a:p>
          <a:p>
            <a:r>
              <a:rPr lang="en-US" dirty="0"/>
              <a:t>      &lt;div v-if="</a:t>
            </a:r>
            <a:r>
              <a:rPr lang="en-US" dirty="0" err="1"/>
              <a:t>buttonLabel</a:t>
            </a:r>
            <a:r>
              <a:rPr lang="en-US" dirty="0"/>
              <a:t>" class="mt-4"&gt;</a:t>
            </a:r>
          </a:p>
          <a:p>
            <a:r>
              <a:rPr lang="en-US" dirty="0"/>
              <a:t>        &lt;button class="</a:t>
            </a:r>
            <a:r>
              <a:rPr lang="en-US" dirty="0" err="1"/>
              <a:t>btn</a:t>
            </a:r>
            <a:r>
              <a:rPr lang="en-US" dirty="0"/>
              <a:t> </a:t>
            </a:r>
            <a:r>
              <a:rPr lang="en-US" dirty="0" err="1"/>
              <a:t>btn</a:t>
            </a:r>
            <a:r>
              <a:rPr lang="en-US" dirty="0"/>
              <a:t>-primary w-full" @click.stop="handleButtonClick"&gt;</a:t>
            </a:r>
          </a:p>
          <a:p>
            <a:r>
              <a:rPr lang="en-US" dirty="0"/>
              <a:t>          {{ </a:t>
            </a:r>
            <a:r>
              <a:rPr lang="en-US" dirty="0" err="1"/>
              <a:t>buttonLabel</a:t>
            </a:r>
            <a:r>
              <a:rPr lang="en-US" dirty="0"/>
              <a:t> }}</a:t>
            </a:r>
          </a:p>
          <a:p>
            <a:r>
              <a:rPr lang="en-US" dirty="0"/>
              <a:t>        &lt;/button&gt;</a:t>
            </a:r>
          </a:p>
          <a:p>
            <a:r>
              <a:rPr lang="en-US" dirty="0"/>
              <a:t>      &lt;/div&gt;</a:t>
            </a:r>
          </a:p>
          <a:p>
            <a:r>
              <a:rPr lang="en-US" dirty="0"/>
              <a:t>    &lt;/div&gt;</a:t>
            </a:r>
          </a:p>
          <a:p>
            <a:r>
              <a:rPr lang="en-US" dirty="0"/>
              <a:t>  &lt;/div&gt;</a:t>
            </a:r>
          </a:p>
          <a:p>
            <a:r>
              <a:rPr lang="en-US" dirty="0"/>
              <a:t>&lt;/template&gt;</a:t>
            </a:r>
          </a:p>
          <a:p>
            <a:endParaRPr lang="en-US" dirty="0"/>
          </a:p>
          <a:p>
            <a:r>
              <a:rPr lang="en-US" dirty="0"/>
              <a:t>&lt;script setup&gt;</a:t>
            </a:r>
          </a:p>
          <a:p>
            <a:r>
              <a:rPr lang="en-US" dirty="0"/>
              <a:t>import { </a:t>
            </a:r>
            <a:r>
              <a:rPr lang="en-US" dirty="0" err="1"/>
              <a:t>defineProps</a:t>
            </a:r>
            <a:r>
              <a:rPr lang="en-US" dirty="0"/>
              <a:t> } from "</a:t>
            </a:r>
            <a:r>
              <a:rPr lang="en-US" dirty="0" err="1"/>
              <a:t>vue</a:t>
            </a:r>
            <a:r>
              <a:rPr lang="en-US" dirty="0"/>
              <a:t>";</a:t>
            </a:r>
          </a:p>
          <a:p>
            <a:endParaRPr lang="en-US" dirty="0"/>
          </a:p>
          <a:p>
            <a:r>
              <a:rPr lang="en-US" dirty="0"/>
              <a:t>const props = </a:t>
            </a:r>
            <a:r>
              <a:rPr lang="en-US" dirty="0" err="1"/>
              <a:t>defineProps</a:t>
            </a:r>
            <a:r>
              <a:rPr lang="en-US" dirty="0"/>
              <a:t>({</a:t>
            </a:r>
          </a:p>
          <a:p>
            <a:r>
              <a:rPr lang="en-US" dirty="0"/>
              <a:t>  title: { type: String, required: true },</a:t>
            </a:r>
          </a:p>
          <a:p>
            <a:r>
              <a:rPr lang="en-US" dirty="0"/>
              <a:t>  description: { type: String, default: "" },</a:t>
            </a:r>
          </a:p>
          <a:p>
            <a:r>
              <a:rPr lang="en-US" dirty="0"/>
              <a:t>  image: { type: String, default: "" },</a:t>
            </a:r>
          </a:p>
          <a:p>
            <a:r>
              <a:rPr lang="en-US" dirty="0"/>
              <a:t>  badge: { type: String, default: "" },</a:t>
            </a:r>
          </a:p>
          <a:p>
            <a:r>
              <a:rPr lang="en-US" dirty="0"/>
              <a:t>  tags: { type: Array, default: () =&gt; [] },</a:t>
            </a:r>
          </a:p>
          <a:p>
            <a:r>
              <a:rPr lang="en-US" dirty="0"/>
              <a:t>  </a:t>
            </a:r>
            <a:r>
              <a:rPr lang="en-US" dirty="0" err="1"/>
              <a:t>buttonLabel</a:t>
            </a:r>
            <a:r>
              <a:rPr lang="en-US" dirty="0"/>
              <a:t>: { type: String, default: "" },</a:t>
            </a:r>
          </a:p>
          <a:p>
            <a:endParaRPr lang="en-US" dirty="0"/>
          </a:p>
          <a:p>
            <a:r>
              <a:rPr lang="en-US" dirty="0"/>
              <a:t>  // Optional callbacks</a:t>
            </a:r>
          </a:p>
          <a:p>
            <a:r>
              <a:rPr lang="en-US" dirty="0"/>
              <a:t>  </a:t>
            </a:r>
            <a:r>
              <a:rPr lang="en-US" dirty="0" err="1"/>
              <a:t>onCardClick</a:t>
            </a:r>
            <a:r>
              <a:rPr lang="en-US" dirty="0"/>
              <a:t>: { type: Function, default: null },</a:t>
            </a:r>
          </a:p>
          <a:p>
            <a:r>
              <a:rPr lang="en-US" dirty="0"/>
              <a:t>  </a:t>
            </a:r>
            <a:r>
              <a:rPr lang="en-US" dirty="0" err="1"/>
              <a:t>onButtonClick</a:t>
            </a:r>
            <a:r>
              <a:rPr lang="en-US" dirty="0"/>
              <a:t>: { type: Function, default: null },</a:t>
            </a:r>
          </a:p>
          <a:p>
            <a:r>
              <a:rPr lang="en-US" dirty="0"/>
              <a:t>});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handleCardClick</a:t>
            </a:r>
            <a:r>
              <a:rPr lang="en-US" dirty="0"/>
              <a:t>() {</a:t>
            </a:r>
          </a:p>
          <a:p>
            <a:r>
              <a:rPr lang="en-US" dirty="0"/>
              <a:t>  </a:t>
            </a:r>
            <a:r>
              <a:rPr lang="en-US" dirty="0" err="1"/>
              <a:t>props.onCardClick</a:t>
            </a:r>
            <a:r>
              <a:rPr lang="en-US" dirty="0"/>
              <a:t>?.();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handleButtonClick</a:t>
            </a:r>
            <a:r>
              <a:rPr lang="en-US" dirty="0"/>
              <a:t>() {</a:t>
            </a:r>
          </a:p>
          <a:p>
            <a:r>
              <a:rPr lang="en-US" dirty="0"/>
              <a:t>  </a:t>
            </a:r>
            <a:r>
              <a:rPr lang="en-US" dirty="0" err="1"/>
              <a:t>props.onButtonClick</a:t>
            </a:r>
            <a:r>
              <a:rPr lang="en-US" dirty="0"/>
              <a:t>?.();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&lt;/script&gt;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6E55A-669F-4FB4-81CE-F529CE1E546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37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Should be </a:t>
            </a:r>
            <a:r>
              <a:rPr lang="en-US" b="1" dirty="0"/>
              <a:t>treated as read-only</a:t>
            </a:r>
            <a:r>
              <a:rPr lang="en-US" dirty="0"/>
              <a:t> inside the child (never mutate directly).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6E55A-669F-4FB4-81CE-F529CE1E546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10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FBB9B-ADB4-5507-1E67-462E82D3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81E8E-5D7A-614D-0EA5-AC42255D0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13306-B4B7-E547-82EF-D7ECA71A8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Should be </a:t>
            </a:r>
            <a:r>
              <a:rPr lang="en-US" b="1" dirty="0"/>
              <a:t>treated as read-only</a:t>
            </a:r>
            <a:r>
              <a:rPr lang="en-US" dirty="0"/>
              <a:t> inside the child (never mutate directly).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206B8-AB29-05AE-1A3F-238BBC4F3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6E55A-669F-4FB4-81CE-F529CE1E546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17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6E55A-669F-4FB4-81CE-F529CE1E546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9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14ED-C6BB-2EF0-80DB-5CCD76C39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B50AB-E3A1-969F-108C-7FAD09244A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DBD68-EB14-A590-26CD-0A70D45E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BB369-D36F-4D30-B92B-6D119C4E64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51790-79E9-828B-24F8-8B7CF2A8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99B0E-E60D-B66F-1B1F-68BA6663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FD4A4-B98C-4AEC-82C5-4F19AA326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2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AF9F5-5E87-DB40-CF24-F242D11CE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7880B-FB48-5E15-97C8-D52108E2F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FAD7C-72E0-050E-93CA-619BA0B9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BB369-D36F-4D30-B92B-6D119C4E64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6F4B9-2B18-2A81-A034-AFAA0A3DD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05996-1E78-6C5E-E89B-B2973A8C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FD4A4-B98C-4AEC-82C5-4F19AA326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78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75117-4051-7A2C-0C68-921E5E977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ED4AF-C05A-1446-EA5E-F12459563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44AB3-B559-4304-D511-E8253AC7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BB369-D36F-4D30-B92B-6D119C4E64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954A3-2523-02DA-8FFF-C0D6F36DC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AA041-B6E8-FA53-BCA1-423BC6273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FD4A4-B98C-4AEC-82C5-4F19AA326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96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845CD-7420-BE28-C588-A8CB954A3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6D0A7-A009-9AFE-8632-2CAA6BD71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1CC2C-A3B9-A77C-EF11-F3DE0BFD7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F2C78-B9D4-D54D-4744-18E23F235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BB369-D36F-4D30-B92B-6D119C4E64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7A873E-903A-1B8E-E440-EE3FEC2C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F5F7B-48F4-3F0C-5EB0-EF3B4F36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FD4A4-B98C-4AEC-82C5-4F19AA326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18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69AFB-D6EE-1BC8-B560-96F28C132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F69AD-04F3-AE4E-19C6-7A37EFEF8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83DD7-63D1-9175-E4A1-D9DFD8403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A4D0C5-A1C3-153F-BCAF-8630284F3E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71E42E-B765-CD64-D6E8-B85E9A061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FFF5F6-D01E-CF90-F7B7-5EA4CAEB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BB369-D36F-4D30-B92B-6D119C4E64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2AD415-1691-95F4-FF9A-E9D81D18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4E425-E2F2-8706-61A3-531F8EC38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FD4A4-B98C-4AEC-82C5-4F19AA326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0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CDAAD-BAE3-02F5-1C01-98F9017A8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3BD70-E81B-1860-35D2-1CC79BB2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BB369-D36F-4D30-B92B-6D119C4E64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0AFFA4-CE89-C516-FDFE-E0D4BD51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D6463B-19D7-1028-DD48-1898DE0C4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FD4A4-B98C-4AEC-82C5-4F19AA326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9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E59CD3-4051-C2D5-833D-E94030AEF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BB369-D36F-4D30-B92B-6D119C4E64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95CB4E-31DD-99A9-3DD5-A3684D60A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51907-CF7D-A4BE-2B00-5579005DC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FD4A4-B98C-4AEC-82C5-4F19AA326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21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2EA31-14F5-3F02-85AB-4D45AF6E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9A20A-6120-BC27-5168-7FC3AEB9A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6D29E-9F25-A82A-84C2-8E098AF10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2F54A-40B9-91BE-CDF4-29E519CD1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BB369-D36F-4D30-B92B-6D119C4E64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090F0-818B-7AF6-BF1E-DF657184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F1A04-EDD1-ACAF-8346-65C892EE3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FD4A4-B98C-4AEC-82C5-4F19AA326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839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FDD8-D56F-C197-573D-56F8F178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57AFCE-E1DD-D074-D386-AE738EEEE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E3FBE-C971-5003-B0C9-7D3D18FAE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D049B-5601-C940-FC14-6E3B5558B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BB369-D36F-4D30-B92B-6D119C4E64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2E734-0B27-FD1D-4554-AA080A3A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E56FE9-7742-7FD3-8157-A9CD2EE7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FD4A4-B98C-4AEC-82C5-4F19AA326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8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CAA5-6581-81A7-07A8-B1B718B0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9828D-A6FE-90F6-2FA7-7E7D890D0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E83CD-6AB5-48B8-2FF8-F1169C5B5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BB369-D36F-4D30-B92B-6D119C4E64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0A780-A112-9C84-4867-CF991F002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F63A9-11FF-5177-5DCA-9C75E28AC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FD4A4-B98C-4AEC-82C5-4F19AA326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324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6A97C0-A717-4E0F-DE74-F5C25070E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D5D777-9D4E-E02D-6A15-9B1668A3A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95577-90CE-3981-23F0-AD7C4182E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BB369-D36F-4D30-B92B-6D119C4E64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74A5E-6461-1189-2CA6-D65E5E310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DB269-3A8A-5B87-CB68-7B0876FE0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FD4A4-B98C-4AEC-82C5-4F19AA326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8C236D-C783-E14F-F7F4-322C45005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AC36D-91C2-DBFE-C15F-14FA82F96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31F3D-0F72-5D16-4428-E94229FB60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BB369-D36F-4D30-B92B-6D119C4E64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6A113-8443-FB6E-A7E7-96FE39BEE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B7D3E-8CE1-8483-31C6-0FD7DFBD3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FD4A4-B98C-4AEC-82C5-4F19AA326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9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aisyui.com/docs/install/vu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vuejs.org/guide/essentials/lifecycle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0" name="Rectangle 1079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7E46F721-3785-414D-8697-16AF490E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8CBCCD-F7B6-7CEB-86C7-A1F7B20A06DE}"/>
              </a:ext>
            </a:extLst>
          </p:cNvPr>
          <p:cNvSpPr/>
          <p:nvPr/>
        </p:nvSpPr>
        <p:spPr>
          <a:xfrm>
            <a:off x="8115300" y="1562669"/>
            <a:ext cx="3389515" cy="2380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VueJS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43E686-BA5F-FCE3-CB79-0AD06A9BB8BB}"/>
              </a:ext>
            </a:extLst>
          </p:cNvPr>
          <p:cNvSpPr txBox="1"/>
          <p:nvPr/>
        </p:nvSpPr>
        <p:spPr>
          <a:xfrm>
            <a:off x="8362951" y="4216344"/>
            <a:ext cx="2895600" cy="12896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By Ahmed Ghoraba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8F95D36-C30B-C35B-A3F7-69554C5A6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79" r="15852" b="6"/>
          <a:stretch>
            <a:fillRect/>
          </a:stretch>
        </p:blipFill>
        <p:spPr bwMode="auto">
          <a:xfrm>
            <a:off x="20" y="1"/>
            <a:ext cx="7665573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469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6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72" name="Arc 207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A0FA-C4E5-3A97-BF79-F05BB38D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What’s</a:t>
            </a:r>
          </a:p>
        </p:txBody>
      </p:sp>
      <p:sp>
        <p:nvSpPr>
          <p:cNvPr id="2074" name="Freeform: Shape 207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0" name="Picture 2" descr="VueJS Frontend Development Services | E2logy Technology Solutions">
            <a:extLst>
              <a:ext uri="{FF2B5EF4-FFF2-40B4-BE49-F238E27FC236}">
                <a16:creationId xmlns:a16="http://schemas.microsoft.com/office/drawing/2014/main" id="{D42E7E5B-525E-2005-E88E-5385EE601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1631482"/>
            <a:ext cx="4777381" cy="342529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7842E-1CE5-EA5A-CA96-74A0C6F18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US" dirty="0"/>
              <a:t>Vue is a Progressive web framework by Evan You – a former </a:t>
            </a:r>
            <a:r>
              <a:rPr lang="en-US" b="1" dirty="0"/>
              <a:t>Google</a:t>
            </a:r>
            <a:r>
              <a:rPr lang="en-US" dirty="0"/>
              <a:t> developer who had the idea of taking out the best parts of the then JS frameworks and making a lightweight and easy-to-use framework for his </a:t>
            </a:r>
            <a:r>
              <a:rPr lang="en-US" b="1" dirty="0"/>
              <a:t>own personal use.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E3B258C-75E8-247F-3F9E-58F7A1420500}"/>
              </a:ext>
            </a:extLst>
          </p:cNvPr>
          <p:cNvSpPr txBox="1">
            <a:spLocks/>
          </p:cNvSpPr>
          <p:nvPr/>
        </p:nvSpPr>
        <p:spPr>
          <a:xfrm>
            <a:off x="7518827" y="479492"/>
            <a:ext cx="376614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VueJS?</a:t>
            </a:r>
          </a:p>
        </p:txBody>
      </p:sp>
    </p:spTree>
    <p:extLst>
      <p:ext uri="{BB962C8B-B14F-4D97-AF65-F5344CB8AC3E}">
        <p14:creationId xmlns:p14="http://schemas.microsoft.com/office/powerpoint/2010/main" val="108915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3" name="Freeform: Shape 52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4" name="Freeform: Shape 5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30A6A0-1F50-CA0B-EF7F-77689C8CF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dirty="0"/>
              <a:t>Why to use VueJS ….. </a:t>
            </a:r>
            <a:endParaRPr lang="en-US" sz="4000" b="1" i="1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6" name="Content Placeholder 2">
            <a:extLst>
              <a:ext uri="{FF2B5EF4-FFF2-40B4-BE49-F238E27FC236}">
                <a16:creationId xmlns:a16="http://schemas.microsoft.com/office/drawing/2014/main" id="{A6E73B5A-B46A-BBDA-D7CF-65374158B0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113996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02283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0578BB80-37C7-4E31-A54E-BA2EF8722A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>
                                            <p:graphicEl>
                                              <a:dgm id="{0578BB80-37C7-4E31-A54E-BA2EF8722A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">
                                            <p:graphicEl>
                                              <a:dgm id="{0578BB80-37C7-4E31-A54E-BA2EF8722A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22E06AB3-A187-43BF-8A1E-3AE664127F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>
                                            <p:graphicEl>
                                              <a:dgm id="{22E06AB3-A187-43BF-8A1E-3AE664127F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6">
                                            <p:graphicEl>
                                              <a:dgm id="{22E06AB3-A187-43BF-8A1E-3AE664127F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9FBC824F-4DE3-4B8B-8B82-EAAD6DEFC7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">
                                            <p:graphicEl>
                                              <a:dgm id="{9FBC824F-4DE3-4B8B-8B82-EAAD6DEFC7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6">
                                            <p:graphicEl>
                                              <a:dgm id="{9FBC824F-4DE3-4B8B-8B82-EAAD6DEFC7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762578FF-44BF-415C-8CEC-E1468F6AD8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">
                                            <p:graphicEl>
                                              <a:dgm id="{762578FF-44BF-415C-8CEC-E1468F6AD8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">
                                            <p:graphicEl>
                                              <a:dgm id="{762578FF-44BF-415C-8CEC-E1468F6AD8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85307257-D22A-48AF-93C7-6D8DF3397F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">
                                            <p:graphicEl>
                                              <a:dgm id="{85307257-D22A-48AF-93C7-6D8DF3397F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">
                                            <p:graphicEl>
                                              <a:dgm id="{85307257-D22A-48AF-93C7-6D8DF3397F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E7DDE59A-7FC0-4AF5-9E1A-8E8C01814F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6">
                                            <p:graphicEl>
                                              <a:dgm id="{E7DDE59A-7FC0-4AF5-9E1A-8E8C01814F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6">
                                            <p:graphicEl>
                                              <a:dgm id="{E7DDE59A-7FC0-4AF5-9E1A-8E8C01814F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07DE1CCD-1853-4E8C-BD02-9EE92FFAEE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6">
                                            <p:graphicEl>
                                              <a:dgm id="{07DE1CCD-1853-4E8C-BD02-9EE92FFAEE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6">
                                            <p:graphicEl>
                                              <a:dgm id="{07DE1CCD-1853-4E8C-BD02-9EE92FFAEE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29002B6B-E518-4BA7-BA05-8F73918F1A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>
                                            <p:graphicEl>
                                              <a:dgm id="{29002B6B-E518-4BA7-BA05-8F73918F1A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>
                                            <p:graphicEl>
                                              <a:dgm id="{29002B6B-E518-4BA7-BA05-8F73918F1A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8D1E23B7-EA53-4228-8046-8CC6F7513D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">
                                            <p:graphicEl>
                                              <a:dgm id="{8D1E23B7-EA53-4228-8046-8CC6F7513D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6">
                                            <p:graphicEl>
                                              <a:dgm id="{8D1E23B7-EA53-4228-8046-8CC6F7513D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380F7570-EA9A-423D-BCF1-CAC0FC2BC2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6">
                                            <p:graphicEl>
                                              <a:dgm id="{380F7570-EA9A-423D-BCF1-CAC0FC2BC2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6">
                                            <p:graphicEl>
                                              <a:dgm id="{380F7570-EA9A-423D-BCF1-CAC0FC2BC2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964F9FB5-537F-4A1D-B91D-13AFE258AF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6">
                                            <p:graphicEl>
                                              <a:dgm id="{964F9FB5-537F-4A1D-B91D-13AFE258AF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6">
                                            <p:graphicEl>
                                              <a:dgm id="{964F9FB5-537F-4A1D-B91D-13AFE258AF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53D25A64-732A-4F88-BDC4-A68746657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6">
                                            <p:graphicEl>
                                              <a:dgm id="{53D25A64-732A-4F88-BDC4-A68746657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6">
                                            <p:graphicEl>
                                              <a:dgm id="{53D25A64-732A-4F88-BDC4-A68746657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A6FE320F-1C23-40F2-9866-72287E89D5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6">
                                            <p:graphicEl>
                                              <a:dgm id="{A6FE320F-1C23-40F2-9866-72287E89D5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6">
                                            <p:graphicEl>
                                              <a:dgm id="{A6FE320F-1C23-40F2-9866-72287E89D5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3904A114-8413-4B41-8F1F-D640E8C308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6">
                                            <p:graphicEl>
                                              <a:dgm id="{3904A114-8413-4B41-8F1F-D640E8C308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6">
                                            <p:graphicEl>
                                              <a:dgm id="{3904A114-8413-4B41-8F1F-D640E8C308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graphicEl>
                                              <a:dgm id="{16B385A5-8DCD-4A33-AE16-A4A6472E90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6">
                                            <p:graphicEl>
                                              <a:dgm id="{16B385A5-8DCD-4A33-AE16-A4A6472E90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6">
                                            <p:graphicEl>
                                              <a:dgm id="{16B385A5-8DCD-4A33-AE16-A4A6472E90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6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33814-0089-2F5B-8F07-73C22467F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Terms you will hear…. A lot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79B1AB-B17F-71D8-79F6-CD0F362CC3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7819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9730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E8369-5668-876B-D14D-822405DB4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/>
              <a:t>What’s </a:t>
            </a:r>
            <a:r>
              <a:rPr lang="en-US" b="1"/>
              <a:t>SPA</a:t>
            </a:r>
            <a:r>
              <a:rPr lang="en-US"/>
              <a:t> apps ?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B32B5B-ADE2-C49D-DC7C-74C805917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en-US" dirty="0"/>
              <a:t>A SPA is a web application that loads a single HTML page and dynamically updates content as the user interacts.</a:t>
            </a:r>
          </a:p>
          <a:p>
            <a:r>
              <a:rPr lang="en-US" b="1" dirty="0"/>
              <a:t>No</a:t>
            </a:r>
            <a:r>
              <a:rPr lang="en-US" dirty="0"/>
              <a:t> full page reloads—provides a smoother experience</a:t>
            </a:r>
          </a:p>
          <a:p>
            <a:r>
              <a:rPr lang="en-US" b="1" dirty="0"/>
              <a:t>Examples: </a:t>
            </a:r>
            <a:r>
              <a:rPr lang="en-US" dirty="0"/>
              <a:t>Netflix, X(twitter), </a:t>
            </a:r>
            <a:r>
              <a:rPr lang="en-US" dirty="0" err="1"/>
              <a:t>GoogleDocs</a:t>
            </a:r>
            <a:r>
              <a:rPr lang="en-US" dirty="0"/>
              <a:t>…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Real projects: GitLab, Adobe, Xiaomi And Trivago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Web Design">
            <a:extLst>
              <a:ext uri="{FF2B5EF4-FFF2-40B4-BE49-F238E27FC236}">
                <a16:creationId xmlns:a16="http://schemas.microsoft.com/office/drawing/2014/main" id="{764C9E20-90C8-1087-AA60-50B746C5A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12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A6673-7221-7E21-B335-15F865BB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Why and when to use a SPA app?</a:t>
            </a:r>
          </a:p>
        </p:txBody>
      </p:sp>
      <p:pic>
        <p:nvPicPr>
          <p:cNvPr id="7" name="Graphic 6" descr="Monitor">
            <a:extLst>
              <a:ext uri="{FF2B5EF4-FFF2-40B4-BE49-F238E27FC236}">
                <a16:creationId xmlns:a16="http://schemas.microsoft.com/office/drawing/2014/main" id="{8788691A-5ED8-6699-699A-E209FDCDC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D4206-049A-60A5-55E0-89B2CBD3F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028498"/>
            <a:ext cx="5928606" cy="403247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Why?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Faster navigation and improved user experience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Reduced server load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Seamless transitions between views</a:t>
            </a:r>
          </a:p>
          <a:p>
            <a:endParaRPr lang="en-US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Where?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Dashboards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Social media platforms</a:t>
            </a:r>
          </a:p>
          <a:p>
            <a:pPr lvl="1"/>
            <a:r>
              <a:rPr lang="en-US" sz="2000" dirty="0">
                <a:solidFill>
                  <a:schemeClr val="tx2"/>
                </a:solidFill>
              </a:rPr>
              <a:t>Interactive web apps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76972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ED0AE0-A89E-AE8F-EADB-C580A769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Creating a VueJS (</a:t>
            </a:r>
            <a:r>
              <a:rPr lang="en-US" dirty="0" err="1">
                <a:solidFill>
                  <a:schemeClr val="bg1"/>
                </a:solidFill>
              </a:rPr>
              <a:t>vite</a:t>
            </a:r>
            <a:r>
              <a:rPr lang="en-US" dirty="0">
                <a:solidFill>
                  <a:schemeClr val="bg1"/>
                </a:solidFill>
              </a:rPr>
              <a:t>) app</a:t>
            </a:r>
          </a:p>
        </p:txBody>
      </p:sp>
      <p:grpSp>
        <p:nvGrpSpPr>
          <p:cNvPr id="35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29C3F8A9-C75C-B8C8-EDD1-DEA49A9F0D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399535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4932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6" name="Rectangle 235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2F1F1-E563-729D-D4AB-11C836305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3520" y="2744662"/>
            <a:ext cx="658970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Let’s </a:t>
            </a:r>
            <a:r>
              <a:rPr lang="en-US" sz="6000" dirty="0">
                <a:solidFill>
                  <a:srgbClr val="FFFFFF"/>
                </a:solidFill>
              </a:rPr>
              <a:t>C </a:t>
            </a:r>
            <a:r>
              <a:rPr lang="en-US" sz="6000" dirty="0" err="1">
                <a:solidFill>
                  <a:srgbClr val="FFFFFF"/>
                </a:solidFill>
              </a:rPr>
              <a:t>reate</a:t>
            </a:r>
            <a:r>
              <a:rPr lang="en-US" sz="6000" dirty="0">
                <a:solidFill>
                  <a:srgbClr val="FFFFFF"/>
                </a:solidFill>
              </a:rPr>
              <a:t> a </a:t>
            </a:r>
            <a:r>
              <a:rPr lang="en-US" sz="6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VueJs</a:t>
            </a: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app!</a:t>
            </a:r>
            <a:endParaRPr lang="en-US" sz="6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4" name="Freeform: Shape 243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8" name="Freeform: Shape 247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0" name="Arc 249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7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42C04-60B7-9C3D-EBF6-7E8C1B5A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yellow clock">
            <a:extLst>
              <a:ext uri="{FF2B5EF4-FFF2-40B4-BE49-F238E27FC236}">
                <a16:creationId xmlns:a16="http://schemas.microsoft.com/office/drawing/2014/main" id="{3108B53E-82EE-3288-7A91-DA7D9F0250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94" b="885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A5FF94-EB24-CE13-22FA-07E55EC6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528" y="2299176"/>
            <a:ext cx="4131368" cy="1571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2177039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AD5FE-88C6-8519-001D-AF1BFC52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you should see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10289A-C275-D521-0F65-758547ABA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97867" y="675770"/>
            <a:ext cx="7771045" cy="446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50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0" name="Freeform: Shape 49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2" name="Freeform: Shape 51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6F849C-3237-AE8E-355B-02D989315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2800" kern="1200" dirty="0">
                <a:latin typeface="+mj-lt"/>
                <a:ea typeface="+mj-ea"/>
                <a:cs typeface="+mj-cs"/>
              </a:rPr>
              <a:t>(Optional) install a UI library e.g. </a:t>
            </a:r>
            <a:r>
              <a:rPr lang="en-US" sz="2800" kern="1200" dirty="0" err="1">
                <a:latin typeface="+mj-lt"/>
                <a:ea typeface="+mj-ea"/>
                <a:cs typeface="+mj-cs"/>
              </a:rPr>
              <a:t>daisyUI</a:t>
            </a:r>
            <a:br>
              <a:rPr lang="ar-EG" sz="2800" kern="1200" dirty="0">
                <a:latin typeface="+mj-lt"/>
                <a:ea typeface="+mj-ea"/>
                <a:cs typeface="+mj-cs"/>
              </a:rPr>
            </a:br>
            <a:br>
              <a:rPr lang="en-US" sz="2800" kern="1200" dirty="0">
                <a:latin typeface="+mj-lt"/>
                <a:ea typeface="+mj-ea"/>
                <a:cs typeface="+mj-cs"/>
              </a:rPr>
            </a:br>
            <a:r>
              <a:rPr lang="en-US" sz="2000" i="1" kern="1200" dirty="0">
                <a:latin typeface="+mj-lt"/>
                <a:ea typeface="+mj-ea"/>
                <a:cs typeface="+mj-cs"/>
              </a:rPr>
              <a:t>(Please do it)</a:t>
            </a:r>
            <a:endParaRPr lang="en-US" sz="2800" i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8D199482-470E-79DC-C125-460C5DEEF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Fast prototyping</a:t>
            </a:r>
          </a:p>
          <a:p>
            <a:endParaRPr lang="en-US" sz="1700" dirty="0"/>
          </a:p>
          <a:p>
            <a:endParaRPr lang="en-US" sz="1700" dirty="0"/>
          </a:p>
          <a:p>
            <a:r>
              <a:rPr lang="en-US" sz="1700" dirty="0"/>
              <a:t>Shared language from </a:t>
            </a:r>
            <a:r>
              <a:rPr lang="en-US" sz="1700" dirty="0" err="1"/>
              <a:t>figma</a:t>
            </a:r>
            <a:r>
              <a:rPr lang="en-US" sz="1700" dirty="0"/>
              <a:t> to the FE</a:t>
            </a:r>
            <a:endParaRPr lang="ar-EG" sz="1700" dirty="0"/>
          </a:p>
          <a:p>
            <a:endParaRPr lang="ar-EG" sz="1700" dirty="0"/>
          </a:p>
          <a:p>
            <a:r>
              <a:rPr lang="en-US" sz="1700" dirty="0"/>
              <a:t>Consistent look and feel through the app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8410EC7-35E8-D967-9984-06D9D2E83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099852"/>
            <a:ext cx="6922008" cy="475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51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AC481C-99A4-E8FA-1B47-F875F4EC5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Installing daisyUI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284-E9C5-FF0A-6AE3-F565379D2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npm install tailwindcss@latest @tailwindcss/vite@latest daisyui@latest</a:t>
            </a:r>
          </a:p>
          <a:p>
            <a:endParaRPr lang="en-US" sz="2200"/>
          </a:p>
          <a:p>
            <a:r>
              <a:rPr lang="en-US" sz="2200"/>
              <a:t>Add it in vite</a:t>
            </a:r>
          </a:p>
          <a:p>
            <a:endParaRPr lang="en-US" sz="2200"/>
          </a:p>
          <a:p>
            <a:r>
              <a:rPr lang="en-US" sz="2200">
                <a:hlinkClick r:id="rId2"/>
              </a:rPr>
              <a:t>Install daisyUI for Vue — daisyUI Tailwind CSS Component UI Library</a:t>
            </a:r>
            <a:endParaRPr lang="en-US" sz="2200"/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C8DEE2C4-2CB8-6C99-0689-94088EB57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887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E6E43F-AB5C-A6D8-2027-F70C1E4C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VueJS App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Sturcture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6211EF-9EF4-477C-F566-58A40E7858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663798"/>
            <a:ext cx="11946809" cy="361390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C26BD7-DB7F-479D-CDDF-13198185108C}"/>
              </a:ext>
            </a:extLst>
          </p:cNvPr>
          <p:cNvSpPr/>
          <p:nvPr/>
        </p:nvSpPr>
        <p:spPr>
          <a:xfrm flipV="1">
            <a:off x="6961239" y="3634506"/>
            <a:ext cx="1465006" cy="4023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CE08D0-A65F-2981-4C18-8E381072DC1C}"/>
              </a:ext>
            </a:extLst>
          </p:cNvPr>
          <p:cNvSpPr/>
          <p:nvPr/>
        </p:nvSpPr>
        <p:spPr>
          <a:xfrm>
            <a:off x="6961239" y="2947963"/>
            <a:ext cx="1465006" cy="402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4F9FF74-1AFD-351F-1254-E2A6176D20E9}"/>
              </a:ext>
            </a:extLst>
          </p:cNvPr>
          <p:cNvSpPr/>
          <p:nvPr/>
        </p:nvSpPr>
        <p:spPr>
          <a:xfrm flipV="1">
            <a:off x="639097" y="5050351"/>
            <a:ext cx="1465006" cy="4023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74BBF7-C685-C586-2AD9-25E08A0CC55B}"/>
              </a:ext>
            </a:extLst>
          </p:cNvPr>
          <p:cNvSpPr/>
          <p:nvPr/>
        </p:nvSpPr>
        <p:spPr>
          <a:xfrm flipV="1">
            <a:off x="5692878" y="4344927"/>
            <a:ext cx="1120878" cy="37849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5DA4AC2-D54B-80E3-21F5-EAC6D47CA185}"/>
              </a:ext>
            </a:extLst>
          </p:cNvPr>
          <p:cNvSpPr/>
          <p:nvPr/>
        </p:nvSpPr>
        <p:spPr>
          <a:xfrm flipV="1">
            <a:off x="6961239" y="4344927"/>
            <a:ext cx="1465006" cy="4023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15E83-0F51-5A32-57AB-D2E0E6DF1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Index.html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C3F30B-B0F6-0A54-43CA-0E7C990CCD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2924" y="1690688"/>
            <a:ext cx="8607621" cy="50257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68F2F9-9822-1347-1DF5-D7AC7032E16D}"/>
              </a:ext>
            </a:extLst>
          </p:cNvPr>
          <p:cNvSpPr/>
          <p:nvPr/>
        </p:nvSpPr>
        <p:spPr>
          <a:xfrm>
            <a:off x="1162925" y="2104103"/>
            <a:ext cx="8344870" cy="4522839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2A5FA2-630A-92C0-C4BB-266168D3164D}"/>
              </a:ext>
            </a:extLst>
          </p:cNvPr>
          <p:cNvCxnSpPr/>
          <p:nvPr/>
        </p:nvCxnSpPr>
        <p:spPr>
          <a:xfrm flipH="1">
            <a:off x="8849032" y="1160206"/>
            <a:ext cx="766916" cy="94389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C960A1B-D2FB-53B9-A206-D1DA18AE2DE6}"/>
              </a:ext>
            </a:extLst>
          </p:cNvPr>
          <p:cNvSpPr txBox="1"/>
          <p:nvPr/>
        </p:nvSpPr>
        <p:spPr>
          <a:xfrm>
            <a:off x="8767916" y="790874"/>
            <a:ext cx="25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Normal HTML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AD448-F321-91BC-4891-CDFDA168D94A}"/>
              </a:ext>
            </a:extLst>
          </p:cNvPr>
          <p:cNvSpPr/>
          <p:nvPr/>
        </p:nvSpPr>
        <p:spPr>
          <a:xfrm>
            <a:off x="1138212" y="3726426"/>
            <a:ext cx="8553415" cy="1553496"/>
          </a:xfrm>
          <a:prstGeom prst="rect">
            <a:avLst/>
          </a:prstGeom>
          <a:noFill/>
          <a:ln w="762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E72B94-4589-7EFD-6857-B9E04577B258}"/>
              </a:ext>
            </a:extLst>
          </p:cNvPr>
          <p:cNvCxnSpPr/>
          <p:nvPr/>
        </p:nvCxnSpPr>
        <p:spPr>
          <a:xfrm flipH="1">
            <a:off x="9795256" y="3057832"/>
            <a:ext cx="766916" cy="94389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7CA6F92-47B3-FD66-D843-63CD7F80AAC0}"/>
              </a:ext>
            </a:extLst>
          </p:cNvPr>
          <p:cNvSpPr txBox="1"/>
          <p:nvPr/>
        </p:nvSpPr>
        <p:spPr>
          <a:xfrm>
            <a:off x="9814659" y="1823256"/>
            <a:ext cx="25858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link normal frameworks/ libraries here (Not recommended)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118E29-3C84-A730-DC07-70E91D129F66}"/>
              </a:ext>
            </a:extLst>
          </p:cNvPr>
          <p:cNvSpPr/>
          <p:nvPr/>
        </p:nvSpPr>
        <p:spPr>
          <a:xfrm>
            <a:off x="1330907" y="5597072"/>
            <a:ext cx="6505403" cy="5382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4A70E9-BE21-FB90-7DB6-FFF97AA92915}"/>
              </a:ext>
            </a:extLst>
          </p:cNvPr>
          <p:cNvCxnSpPr>
            <a:cxnSpLocks/>
          </p:cNvCxnSpPr>
          <p:nvPr/>
        </p:nvCxnSpPr>
        <p:spPr>
          <a:xfrm flipH="1">
            <a:off x="7934632" y="5054278"/>
            <a:ext cx="2126226" cy="92419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ADEDAF9-27D6-ADF3-4E19-F06E638133DA}"/>
              </a:ext>
            </a:extLst>
          </p:cNvPr>
          <p:cNvSpPr txBox="1"/>
          <p:nvPr/>
        </p:nvSpPr>
        <p:spPr>
          <a:xfrm>
            <a:off x="10058400" y="4464801"/>
            <a:ext cx="2174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fun part where magic happens</a:t>
            </a:r>
          </a:p>
        </p:txBody>
      </p:sp>
    </p:spTree>
    <p:extLst>
      <p:ext uri="{BB962C8B-B14F-4D97-AF65-F5344CB8AC3E}">
        <p14:creationId xmlns:p14="http://schemas.microsoft.com/office/powerpoint/2010/main" val="106626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  <p:bldP spid="13" grpId="0" animBg="1"/>
      <p:bldP spid="19" grpId="0"/>
      <p:bldP spid="20" grpId="0" animBg="1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6021EB-36A8-9B2A-FD90-D232CF3E7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/>
              <a:t>2. main.js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D1E00-5130-1D97-21A7-6CA9EB6F5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r>
              <a:rPr lang="en-US" sz="2000" dirty="0"/>
              <a:t>What’s Happening Here?</a:t>
            </a:r>
          </a:p>
          <a:p>
            <a:pPr lvl="1"/>
            <a:r>
              <a:rPr lang="en-US" sz="1200" dirty="0" err="1">
                <a:latin typeface="Courier New" panose="02070309020205020404" pitchFamily="49" charset="0"/>
              </a:rPr>
              <a:t>createApp</a:t>
            </a:r>
            <a:r>
              <a:rPr lang="en-US" sz="1200" dirty="0">
                <a:latin typeface="Courier New" panose="02070309020205020404" pitchFamily="49" charset="0"/>
              </a:rPr>
              <a:t>(App)</a:t>
            </a:r>
            <a:r>
              <a:rPr lang="en-US" sz="1200" dirty="0"/>
              <a:t>: Creates a Vue instance using the root component.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</a:rPr>
              <a:t>.mount('#app')</a:t>
            </a:r>
            <a:r>
              <a:rPr lang="en-US" sz="1800" dirty="0"/>
              <a:t>: Tells Vue where to render the app in the DOM (usually a </a:t>
            </a:r>
            <a:r>
              <a:rPr lang="en-US" sz="1800" dirty="0">
                <a:latin typeface="Courier New" panose="02070309020205020404" pitchFamily="49" charset="0"/>
              </a:rPr>
              <a:t>&lt;div id="app"&gt;</a:t>
            </a:r>
            <a:r>
              <a:rPr lang="en-US" sz="1800" dirty="0"/>
              <a:t> in </a:t>
            </a:r>
            <a:r>
              <a:rPr lang="en-US" sz="1800" dirty="0">
                <a:latin typeface="Courier New" panose="02070309020205020404" pitchFamily="49" charset="0"/>
              </a:rPr>
              <a:t>index.html</a:t>
            </a:r>
            <a:r>
              <a:rPr lang="en-US" sz="1800" dirty="0"/>
              <a:t>).</a:t>
            </a:r>
          </a:p>
          <a:p>
            <a:r>
              <a:rPr lang="en-US" sz="2400" dirty="0"/>
              <a:t>What’s it?</a:t>
            </a:r>
          </a:p>
          <a:p>
            <a:pPr lvl="1"/>
            <a:r>
              <a:rPr lang="en-US" sz="2000" dirty="0"/>
              <a:t>It’s the file that </a:t>
            </a:r>
            <a:r>
              <a:rPr lang="en-US" sz="2000" b="1" dirty="0"/>
              <a:t>starts your Vue app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 It connects your root component (</a:t>
            </a:r>
            <a:r>
              <a:rPr lang="en-US" sz="2000" dirty="0" err="1"/>
              <a:t>App.vue</a:t>
            </a:r>
            <a:r>
              <a:rPr lang="en-US" sz="2000" dirty="0"/>
              <a:t>) to the HTML (index.html).</a:t>
            </a:r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3D8F83-3FB9-1253-E8E8-ECD68E836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2203918"/>
            <a:ext cx="4737650" cy="247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649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D4FF6-093E-475D-2EAD-640036661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 err="1"/>
              <a:t>App.Vue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7EF5E-B9B3-1CC2-2B5E-A79322330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 fontScale="92500"/>
          </a:bodyPr>
          <a:lstStyle/>
          <a:p>
            <a:r>
              <a:rPr lang="en-US" sz="2000" dirty="0"/>
              <a:t>t’s the main component of your Vue app.</a:t>
            </a:r>
          </a:p>
          <a:p>
            <a:r>
              <a:rPr lang="en-US" sz="2000" dirty="0"/>
              <a:t> Acts as the entry point for your component tree.</a:t>
            </a:r>
          </a:p>
          <a:p>
            <a:r>
              <a:rPr lang="en-US" sz="2000" dirty="0"/>
              <a:t> Gets rendered inside </a:t>
            </a:r>
            <a:r>
              <a:rPr lang="en-US" sz="2000" b="1" dirty="0"/>
              <a:t>&lt;div id="app"&gt;</a:t>
            </a:r>
            <a:r>
              <a:rPr lang="en-US" sz="2000" dirty="0"/>
              <a:t> in index.html via main.js.</a:t>
            </a:r>
          </a:p>
          <a:p>
            <a:endParaRPr lang="en-US" sz="2000" dirty="0"/>
          </a:p>
          <a:p>
            <a:r>
              <a:rPr lang="en-US" sz="2000" dirty="0"/>
              <a:t>What’s Happening Here?</a:t>
            </a:r>
          </a:p>
          <a:p>
            <a:pPr lvl="1"/>
            <a:r>
              <a:rPr lang="en-US" sz="1600" dirty="0"/>
              <a:t> &lt;template&gt;: Defines the HTML structure.</a:t>
            </a:r>
          </a:p>
          <a:p>
            <a:pPr lvl="1"/>
            <a:r>
              <a:rPr lang="en-US" sz="1600" dirty="0"/>
              <a:t> &lt;script&gt;: Imports and registers child components.</a:t>
            </a:r>
          </a:p>
          <a:p>
            <a:pPr lvl="1"/>
            <a:r>
              <a:rPr lang="en-US" sz="1600" dirty="0"/>
              <a:t> &lt;style&gt;: </a:t>
            </a:r>
            <a:r>
              <a:rPr lang="en-US" sz="1600" b="1" dirty="0"/>
              <a:t>Scoped</a:t>
            </a:r>
            <a:r>
              <a:rPr lang="en-US" sz="1600" dirty="0"/>
              <a:t> or global styles for the component.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CD38A-2C66-28A7-6409-39BE94A78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932" y="1716177"/>
            <a:ext cx="5229995" cy="342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013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B72C5-678F-75A6-E42C-22CFB788B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Directives?</a:t>
            </a:r>
            <a:endParaRPr lang="en-US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2AE1BF73-E884-87C4-5702-694AD5D103C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9571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0F764-F6BC-909C-F268-D573C2AAE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400" kern="1200" dirty="0">
                <a:latin typeface="+mj-lt"/>
                <a:ea typeface="+mj-ea"/>
                <a:cs typeface="+mj-cs"/>
              </a:rPr>
              <a:t>Common Directives You’ll Use Daily:</a:t>
            </a:r>
          </a:p>
        </p:txBody>
      </p:sp>
      <p:sp>
        <p:nvSpPr>
          <p:cNvPr id="56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B998AA-070C-CD3C-8E21-6B39B673A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4977431"/>
              </p:ext>
            </p:extLst>
          </p:nvPr>
        </p:nvGraphicFramePr>
        <p:xfrm>
          <a:off x="838200" y="2316460"/>
          <a:ext cx="10515602" cy="3772131"/>
        </p:xfrm>
        <a:graphic>
          <a:graphicData uri="http://schemas.openxmlformats.org/drawingml/2006/table">
            <a:tbl>
              <a:tblPr firstRow="1">
                <a:noFill/>
                <a:tableStyleId>{8EC20E35-A176-4012-BC5E-935CFFF8708E}</a:tableStyleId>
              </a:tblPr>
              <a:tblGrid>
                <a:gridCol w="3157657">
                  <a:extLst>
                    <a:ext uri="{9D8B030D-6E8A-4147-A177-3AD203B41FA5}">
                      <a16:colId xmlns:a16="http://schemas.microsoft.com/office/drawing/2014/main" val="360282174"/>
                    </a:ext>
                  </a:extLst>
                </a:gridCol>
                <a:gridCol w="3048022">
                  <a:extLst>
                    <a:ext uri="{9D8B030D-6E8A-4147-A177-3AD203B41FA5}">
                      <a16:colId xmlns:a16="http://schemas.microsoft.com/office/drawing/2014/main" val="2454850587"/>
                    </a:ext>
                  </a:extLst>
                </a:gridCol>
                <a:gridCol w="4309923">
                  <a:extLst>
                    <a:ext uri="{9D8B030D-6E8A-4147-A177-3AD203B41FA5}">
                      <a16:colId xmlns:a16="http://schemas.microsoft.com/office/drawing/2014/main" val="1597966487"/>
                    </a:ext>
                  </a:extLst>
                </a:gridCol>
              </a:tblGrid>
              <a:tr h="505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Directive</a:t>
                      </a:r>
                    </a:p>
                  </a:txBody>
                  <a:tcPr marL="86877" marR="79724" marT="24822" marB="18616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86877" marR="79724" marT="24822" marB="1861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marL="86877" marR="79724" marT="24822" marB="1861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819584"/>
                  </a:ext>
                </a:extLst>
              </a:tr>
              <a:tr h="751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v-bind</a:t>
                      </a:r>
                    </a:p>
                  </a:txBody>
                  <a:tcPr marL="86877" marR="79724" marT="24822" marB="18616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Bind data dynamically </a:t>
                      </a: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to HTML attributes</a:t>
                      </a:r>
                    </a:p>
                  </a:txBody>
                  <a:tcPr marL="86877" marR="79724" marT="24822" marB="1861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v-bind:src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="</a:t>
                      </a: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imageUrl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" or shorthand :</a:t>
                      </a: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src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="</a:t>
                      </a: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imageUrl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"</a:t>
                      </a:r>
                    </a:p>
                  </a:txBody>
                  <a:tcPr marL="86877" marR="79724" marT="24822" marB="1861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977616"/>
                  </a:ext>
                </a:extLst>
              </a:tr>
              <a:tr h="751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v-model</a:t>
                      </a:r>
                    </a:p>
                  </a:txBody>
                  <a:tcPr marL="86877" marR="79724" marT="24822" marB="18616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Two-way data binding (form inputs, etc.)</a:t>
                      </a:r>
                    </a:p>
                  </a:txBody>
                  <a:tcPr marL="86877" marR="79724" marT="24822" marB="1861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v-model="user.name"</a:t>
                      </a:r>
                    </a:p>
                  </a:txBody>
                  <a:tcPr marL="86877" marR="79724" marT="24822" marB="1861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892421"/>
                  </a:ext>
                </a:extLst>
              </a:tr>
              <a:tr h="505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v-if / v-else / v-show</a:t>
                      </a:r>
                    </a:p>
                  </a:txBody>
                  <a:tcPr marL="86877" marR="79724" marT="24822" marB="18616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Conditional rendering</a:t>
                      </a:r>
                    </a:p>
                  </a:txBody>
                  <a:tcPr marL="86877" marR="79724" marT="24822" marB="1861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v-if="</a:t>
                      </a: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isLoggedIn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"</a:t>
                      </a:r>
                    </a:p>
                  </a:txBody>
                  <a:tcPr marL="86877" marR="79724" marT="24822" marB="1861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76256"/>
                  </a:ext>
                </a:extLst>
              </a:tr>
              <a:tr h="505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v-for</a:t>
                      </a:r>
                    </a:p>
                  </a:txBody>
                  <a:tcPr marL="86877" marR="79724" marT="24822" marB="18616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Loops over lists</a:t>
                      </a:r>
                    </a:p>
                  </a:txBody>
                  <a:tcPr marL="86877" marR="79724" marT="24822" marB="1861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v-for=“product in products"</a:t>
                      </a:r>
                    </a:p>
                  </a:txBody>
                  <a:tcPr marL="86877" marR="79724" marT="24822" marB="1861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028447"/>
                  </a:ext>
                </a:extLst>
              </a:tr>
              <a:tr h="751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v-on</a:t>
                      </a:r>
                    </a:p>
                  </a:txBody>
                  <a:tcPr marL="86877" marR="79724" marT="24822" marB="18616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Listen for </a:t>
                      </a:r>
                      <a:r>
                        <a:rPr lang="en-US" sz="1600" b="1" cap="none" spc="0">
                          <a:solidFill>
                            <a:schemeClr val="tx1"/>
                          </a:solidFill>
                        </a:rPr>
                        <a:t>DOM events</a:t>
                      </a:r>
                    </a:p>
                  </a:txBody>
                  <a:tcPr marL="86877" marR="79724" marT="24822" marB="1861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v-on:click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="</a:t>
                      </a: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handleClick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" or</a:t>
                      </a:r>
                    </a:p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 shorthand: @click="handleClick"</a:t>
                      </a:r>
                    </a:p>
                  </a:txBody>
                  <a:tcPr marL="86877" marR="79724" marT="24822" marB="1861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743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752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1C0081-D77F-C6F7-AF71-F4E7E34A3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Connecting your logic to your UI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99796F7-22E8-E20B-D680-6BECB6B0C1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4672" y="2421682"/>
            <a:ext cx="4977578" cy="36392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Data binding is the mechanism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links your script data to what's rendered on screen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Without it — static HTML, nothing reacts, nothing updates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With it — your UI becomes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live reflection of your state (variables in code)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Vue gives you three ways to do it, each for a different purpose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Think of it as the bridge between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&lt;script&gt;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&lt;template&gt;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Graphic 8" descr="Link">
            <a:extLst>
              <a:ext uri="{FF2B5EF4-FFF2-40B4-BE49-F238E27FC236}">
                <a16:creationId xmlns:a16="http://schemas.microsoft.com/office/drawing/2014/main" id="{A9E0DFBF-4A3F-D7E0-AD97-83F924C1D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208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E808BA-A188-F531-A580-EE8E2369B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Three Ways to Bind Data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E30DA33-8437-BDF3-DB65-A1F9B8275B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2013691"/>
              </p:ext>
            </p:extLst>
          </p:nvPr>
        </p:nvGraphicFramePr>
        <p:xfrm>
          <a:off x="1393971" y="1850527"/>
          <a:ext cx="9401010" cy="3566162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828790">
                  <a:extLst>
                    <a:ext uri="{9D8B030D-6E8A-4147-A177-3AD203B41FA5}">
                      <a16:colId xmlns:a16="http://schemas.microsoft.com/office/drawing/2014/main" val="2218075614"/>
                    </a:ext>
                  </a:extLst>
                </a:gridCol>
                <a:gridCol w="2017775">
                  <a:extLst>
                    <a:ext uri="{9D8B030D-6E8A-4147-A177-3AD203B41FA5}">
                      <a16:colId xmlns:a16="http://schemas.microsoft.com/office/drawing/2014/main" val="3191450579"/>
                    </a:ext>
                  </a:extLst>
                </a:gridCol>
                <a:gridCol w="2438657">
                  <a:extLst>
                    <a:ext uri="{9D8B030D-6E8A-4147-A177-3AD203B41FA5}">
                      <a16:colId xmlns:a16="http://schemas.microsoft.com/office/drawing/2014/main" val="1801068975"/>
                    </a:ext>
                  </a:extLst>
                </a:gridCol>
                <a:gridCol w="2115788">
                  <a:extLst>
                    <a:ext uri="{9D8B030D-6E8A-4147-A177-3AD203B41FA5}">
                      <a16:colId xmlns:a16="http://schemas.microsoft.com/office/drawing/2014/main" val="2878760334"/>
                    </a:ext>
                  </a:extLst>
                </a:gridCol>
              </a:tblGrid>
              <a:tr h="660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{{ }}</a:t>
                      </a:r>
                      <a:endParaRPr lang="en-US" sz="30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v-bind / :</a:t>
                      </a:r>
                      <a:endParaRPr lang="en-US" sz="30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v-model</a:t>
                      </a:r>
                      <a:endParaRPr lang="en-US" sz="30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997351"/>
                  </a:ext>
                </a:extLst>
              </a:tr>
              <a:tr h="6609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u="none" strike="noStrike" dirty="0">
                          <a:effectLst/>
                        </a:rPr>
                        <a:t>Direction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u="none" strike="noStrike" dirty="0">
                          <a:effectLst/>
                        </a:rPr>
                        <a:t>One way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u="none" strike="noStrike">
                          <a:effectLst/>
                        </a:rPr>
                        <a:t>One way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u="none" strike="noStrike">
                          <a:effectLst/>
                          <a:highlight>
                            <a:srgbClr val="FFFF00"/>
                          </a:highlight>
                        </a:rPr>
                        <a:t>Two way</a:t>
                      </a:r>
                      <a:endParaRPr lang="en-US" sz="3000" b="0" i="0" u="none" strike="noStrike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/>
                </a:tc>
                <a:extLst>
                  <a:ext uri="{0D108BD9-81ED-4DB2-BD59-A6C34878D82A}">
                    <a16:rowId xmlns:a16="http://schemas.microsoft.com/office/drawing/2014/main" val="3815280332"/>
                  </a:ext>
                </a:extLst>
              </a:tr>
              <a:tr h="11221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u="none" strike="noStrike">
                          <a:effectLst/>
                        </a:rPr>
                        <a:t>Used for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u="none" strike="noStrike" dirty="0">
                          <a:effectLst/>
                        </a:rPr>
                        <a:t>Text content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u="none" strike="noStrike" dirty="0">
                          <a:effectLst/>
                          <a:highlight>
                            <a:srgbClr val="FFFF00"/>
                          </a:highlight>
                        </a:rPr>
                        <a:t>HTML attributes</a:t>
                      </a:r>
                      <a:endParaRPr lang="en-US" sz="3000" b="0" i="0" u="none" strike="noStrike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u="none" strike="noStrike">
                          <a:effectLst/>
                        </a:rPr>
                        <a:t>Form inputs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/>
                </a:tc>
                <a:extLst>
                  <a:ext uri="{0D108BD9-81ED-4DB2-BD59-A6C34878D82A}">
                    <a16:rowId xmlns:a16="http://schemas.microsoft.com/office/drawing/2014/main" val="2276852714"/>
                  </a:ext>
                </a:extLst>
              </a:tr>
              <a:tr h="11221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u="none" strike="noStrike">
                          <a:effectLst/>
                        </a:rPr>
                        <a:t>User can change data?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u="none" strike="noStrike">
                          <a:effectLst/>
                        </a:rPr>
                        <a:t>No</a:t>
                      </a:r>
                      <a:endParaRPr lang="en-US" sz="3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u="none" strike="noStrike" dirty="0">
                          <a:effectLst/>
                        </a:rPr>
                        <a:t>No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3000" b="0" u="none" strike="noStrike" dirty="0">
                          <a:effectLst/>
                        </a:rPr>
                        <a:t>Yes</a:t>
                      </a:r>
                      <a:endParaRPr lang="en-US" sz="3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5400" marR="155400" marT="77700" marB="77700" anchor="ctr"/>
                </a:tc>
                <a:extLst>
                  <a:ext uri="{0D108BD9-81ED-4DB2-BD59-A6C34878D82A}">
                    <a16:rowId xmlns:a16="http://schemas.microsoft.com/office/drawing/2014/main" val="860224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3141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D05605-7686-ABE9-2279-8D37AB359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 far... Vue looks like a glorified HTML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tips the scale?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384A7-C1A4-DBEB-5C80-56EDD3C91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101" y="4078423"/>
            <a:ext cx="6596943" cy="2058657"/>
          </a:xfr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0" indent="0">
              <a:buNone/>
            </a:pPr>
            <a:r>
              <a:rPr lang="en-US" sz="4000" b="1" kern="12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It’s Vue Reactivity system</a:t>
            </a:r>
          </a:p>
          <a:p>
            <a:pPr marL="0" indent="0">
              <a:buNone/>
            </a:pP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4000" kern="12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Vue knows when you update the value in the code and updates the code </a:t>
            </a:r>
            <a:r>
              <a:rPr lang="en-US" sz="4000" b="1" kern="12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automatically</a:t>
            </a:r>
            <a:r>
              <a:rPr lang="en-US" sz="4000" kern="12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marL="0" indent="0">
              <a:buNone/>
            </a:pP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4000" kern="12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No more </a:t>
            </a:r>
            <a:r>
              <a:rPr lang="en-US" sz="4000" kern="1200" dirty="0" err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querySelector</a:t>
            </a:r>
            <a:r>
              <a:rPr lang="en-US" sz="4000" kern="12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, </a:t>
            </a:r>
            <a:r>
              <a:rPr lang="en-US" sz="4000" kern="1200" dirty="0" err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setInnerHTML</a:t>
            </a:r>
            <a:r>
              <a:rPr lang="en-US" sz="4000" kern="12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…..</a:t>
            </a:r>
          </a:p>
        </p:txBody>
      </p:sp>
      <p:pic>
        <p:nvPicPr>
          <p:cNvPr id="7" name="Graphic 6" descr="Beaker">
            <a:extLst>
              <a:ext uri="{FF2B5EF4-FFF2-40B4-BE49-F238E27FC236}">
                <a16:creationId xmlns:a16="http://schemas.microsoft.com/office/drawing/2014/main" id="{C780B8A0-6126-2354-4DCC-48CD00F1A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Beaker">
            <a:extLst>
              <a:ext uri="{FF2B5EF4-FFF2-40B4-BE49-F238E27FC236}">
                <a16:creationId xmlns:a16="http://schemas.microsoft.com/office/drawing/2014/main" id="{881FF135-0AA5-4E8B-99EF-1806702B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95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BC41A3-A7D3-8C44-204B-8156E8B04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15" y="798703"/>
            <a:ext cx="5221185" cy="3072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Vue Reactivity system</a:t>
            </a:r>
            <a:br>
              <a:rPr lang="en-US" sz="5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600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Ref vs Computed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1DE323-11ED-B8AA-68AE-DEB0E54102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1342185"/>
              </p:ext>
            </p:extLst>
          </p:nvPr>
        </p:nvGraphicFramePr>
        <p:xfrm>
          <a:off x="6317603" y="1461856"/>
          <a:ext cx="5652793" cy="3728177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877225">
                  <a:extLst>
                    <a:ext uri="{9D8B030D-6E8A-4147-A177-3AD203B41FA5}">
                      <a16:colId xmlns:a16="http://schemas.microsoft.com/office/drawing/2014/main" val="329896568"/>
                    </a:ext>
                  </a:extLst>
                </a:gridCol>
                <a:gridCol w="1824436">
                  <a:extLst>
                    <a:ext uri="{9D8B030D-6E8A-4147-A177-3AD203B41FA5}">
                      <a16:colId xmlns:a16="http://schemas.microsoft.com/office/drawing/2014/main" val="2725114779"/>
                    </a:ext>
                  </a:extLst>
                </a:gridCol>
                <a:gridCol w="1951132">
                  <a:extLst>
                    <a:ext uri="{9D8B030D-6E8A-4147-A177-3AD203B41FA5}">
                      <a16:colId xmlns:a16="http://schemas.microsoft.com/office/drawing/2014/main" val="792686065"/>
                    </a:ext>
                  </a:extLst>
                </a:gridCol>
              </a:tblGrid>
              <a:tr h="37113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300" dirty="0"/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ref</a:t>
                      </a:r>
                      <a:endParaRPr lang="en-US" sz="1300"/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computed</a:t>
                      </a:r>
                      <a:endParaRPr lang="en-US" sz="1300"/>
                    </a:p>
                  </a:txBody>
                  <a:tcPr marL="66426" marR="66426" marT="33213" marB="33213" anchor="ctr"/>
                </a:tc>
                <a:extLst>
                  <a:ext uri="{0D108BD9-81ED-4DB2-BD59-A6C34878D82A}">
                    <a16:rowId xmlns:a16="http://schemas.microsoft.com/office/drawing/2014/main" val="2381340126"/>
                  </a:ext>
                </a:extLst>
              </a:tr>
              <a:tr h="624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What is it?</a:t>
                      </a:r>
                      <a:endParaRPr lang="en-US" sz="1300"/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 reactive variable you control</a:t>
                      </a:r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 reactive value that controls itself</a:t>
                      </a:r>
                    </a:p>
                  </a:txBody>
                  <a:tcPr marL="66426" marR="66426" marT="33213" marB="33213" anchor="ctr"/>
                </a:tc>
                <a:extLst>
                  <a:ext uri="{0D108BD9-81ED-4DB2-BD59-A6C34878D82A}">
                    <a16:rowId xmlns:a16="http://schemas.microsoft.com/office/drawing/2014/main" val="3341730045"/>
                  </a:ext>
                </a:extLst>
              </a:tr>
              <a:tr h="371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You set it?</a:t>
                      </a:r>
                      <a:endParaRPr lang="en-US" sz="1300"/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Yes, manually</a:t>
                      </a:r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Never — Vue sets it</a:t>
                      </a:r>
                    </a:p>
                  </a:txBody>
                  <a:tcPr marL="66426" marR="66426" marT="33213" marB="33213" anchor="ctr"/>
                </a:tc>
                <a:extLst>
                  <a:ext uri="{0D108BD9-81ED-4DB2-BD59-A6C34878D82A}">
                    <a16:rowId xmlns:a16="http://schemas.microsoft.com/office/drawing/2014/main" val="1874884070"/>
                  </a:ext>
                </a:extLst>
              </a:tr>
              <a:tr h="624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Depends on other state?</a:t>
                      </a:r>
                      <a:endParaRPr lang="en-US" sz="1300"/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No</a:t>
                      </a:r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Yes, always</a:t>
                      </a:r>
                    </a:p>
                  </a:txBody>
                  <a:tcPr marL="66426" marR="66426" marT="33213" marB="33213" anchor="ctr"/>
                </a:tc>
                <a:extLst>
                  <a:ext uri="{0D108BD9-81ED-4DB2-BD59-A6C34878D82A}">
                    <a16:rowId xmlns:a16="http://schemas.microsoft.com/office/drawing/2014/main" val="2569467533"/>
                  </a:ext>
                </a:extLst>
              </a:tr>
              <a:tr h="371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Read only?</a:t>
                      </a:r>
                      <a:endParaRPr lang="en-US" sz="1300"/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No</a:t>
                      </a:r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Yes</a:t>
                      </a:r>
                    </a:p>
                  </a:txBody>
                  <a:tcPr marL="66426" marR="66426" marT="33213" marB="33213" anchor="ctr"/>
                </a:tc>
                <a:extLst>
                  <a:ext uri="{0D108BD9-81ED-4DB2-BD59-A6C34878D82A}">
                    <a16:rowId xmlns:a16="http://schemas.microsoft.com/office/drawing/2014/main" val="3934584211"/>
                  </a:ext>
                </a:extLst>
              </a:tr>
              <a:tr h="371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Cached?</a:t>
                      </a:r>
                      <a:endParaRPr lang="en-US" sz="1300"/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No</a:t>
                      </a:r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Yes</a:t>
                      </a:r>
                    </a:p>
                  </a:txBody>
                  <a:tcPr marL="66426" marR="66426" marT="33213" marB="33213" anchor="ctr"/>
                </a:tc>
                <a:extLst>
                  <a:ext uri="{0D108BD9-81ED-4DB2-BD59-A6C34878D82A}">
                    <a16:rowId xmlns:a16="http://schemas.microsoft.com/office/drawing/2014/main" val="497540956"/>
                  </a:ext>
                </a:extLst>
              </a:tr>
              <a:tr h="371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.value needed?</a:t>
                      </a:r>
                      <a:endParaRPr lang="en-US" sz="1300"/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Yes</a:t>
                      </a:r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Yes (in script)</a:t>
                      </a:r>
                    </a:p>
                  </a:txBody>
                  <a:tcPr marL="66426" marR="66426" marT="33213" marB="33213" anchor="ctr"/>
                </a:tc>
                <a:extLst>
                  <a:ext uri="{0D108BD9-81ED-4DB2-BD59-A6C34878D82A}">
                    <a16:rowId xmlns:a16="http://schemas.microsoft.com/office/drawing/2014/main" val="3125102426"/>
                  </a:ext>
                </a:extLst>
              </a:tr>
              <a:tr h="624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Use when</a:t>
                      </a:r>
                      <a:endParaRPr lang="en-US" sz="1300"/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Storing state</a:t>
                      </a:r>
                    </a:p>
                  </a:txBody>
                  <a:tcPr marL="66426" marR="66426" marT="33213" marB="33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Calculating from state</a:t>
                      </a:r>
                    </a:p>
                  </a:txBody>
                  <a:tcPr marL="66426" marR="66426" marT="33213" marB="33213" anchor="ctr"/>
                </a:tc>
                <a:extLst>
                  <a:ext uri="{0D108BD9-81ED-4DB2-BD59-A6C34878D82A}">
                    <a16:rowId xmlns:a16="http://schemas.microsoft.com/office/drawing/2014/main" val="1849024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734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FB3D4-548F-D265-81CB-9531A9BB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dirty="0"/>
              <a:t>What’s a component?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C909A70-066F-405B-0340-2E3CF5E71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958966" cy="3908585"/>
          </a:xfrm>
        </p:spPr>
        <p:txBody>
          <a:bodyPr>
            <a:normAutofit/>
          </a:bodyPr>
          <a:lstStyle/>
          <a:p>
            <a:r>
              <a:rPr lang="en-US" sz="2400" dirty="0"/>
              <a:t>A component is a </a:t>
            </a:r>
          </a:p>
          <a:p>
            <a:pPr lvl="1"/>
            <a:r>
              <a:rPr lang="en-US" sz="2000" dirty="0"/>
              <a:t>reusable, </a:t>
            </a:r>
          </a:p>
          <a:p>
            <a:pPr lvl="1"/>
            <a:r>
              <a:rPr lang="en-US" sz="2000" dirty="0"/>
              <a:t>self-contained unit of UI in a Vue app. </a:t>
            </a:r>
          </a:p>
          <a:p>
            <a:pPr lvl="1"/>
            <a:endParaRPr lang="en-US" sz="2000" dirty="0"/>
          </a:p>
          <a:p>
            <a:r>
              <a:rPr lang="en-US" sz="2400" dirty="0"/>
              <a:t>Each component has its own: Template (HTML) Script (JavaScript logic) Style (CSS)</a:t>
            </a:r>
            <a:endParaRPr lang="en-US" sz="1800" dirty="0"/>
          </a:p>
        </p:txBody>
      </p:sp>
      <p:pic>
        <p:nvPicPr>
          <p:cNvPr id="11" name="Content Placeholder 10" descr="A screenshot of a product&#10;&#10;AI-generated content may be incorrect.">
            <a:extLst>
              <a:ext uri="{FF2B5EF4-FFF2-40B4-BE49-F238E27FC236}">
                <a16:creationId xmlns:a16="http://schemas.microsoft.com/office/drawing/2014/main" id="{8BC9AD5F-14F2-539F-7B9B-CDE9326A5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769" y="717012"/>
            <a:ext cx="3635332" cy="544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067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DAFCD5-6E22-CE12-81CB-851219B68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897DEB4-4A88-4293-A935-9B25506C1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BE42BC3-6707-4CBF-9386-048B994A4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3886" y="0"/>
            <a:ext cx="7538114" cy="6858000"/>
          </a:xfrm>
          <a:custGeom>
            <a:avLst/>
            <a:gdLst>
              <a:gd name="connsiteX0" fmla="*/ 366246 w 7538114"/>
              <a:gd name="connsiteY0" fmla="*/ 0 h 6858000"/>
              <a:gd name="connsiteX1" fmla="*/ 2830292 w 7538114"/>
              <a:gd name="connsiteY1" fmla="*/ 0 h 6858000"/>
              <a:gd name="connsiteX2" fmla="*/ 3903260 w 7538114"/>
              <a:gd name="connsiteY2" fmla="*/ 0 h 6858000"/>
              <a:gd name="connsiteX3" fmla="*/ 4597266 w 7538114"/>
              <a:gd name="connsiteY3" fmla="*/ 0 h 6858000"/>
              <a:gd name="connsiteX4" fmla="*/ 7192370 w 7538114"/>
              <a:gd name="connsiteY4" fmla="*/ 0 h 6858000"/>
              <a:gd name="connsiteX5" fmla="*/ 7538114 w 7538114"/>
              <a:gd name="connsiteY5" fmla="*/ 0 h 6858000"/>
              <a:gd name="connsiteX6" fmla="*/ 7538114 w 7538114"/>
              <a:gd name="connsiteY6" fmla="*/ 6858000 h 6858000"/>
              <a:gd name="connsiteX7" fmla="*/ 7192370 w 7538114"/>
              <a:gd name="connsiteY7" fmla="*/ 6858000 h 6858000"/>
              <a:gd name="connsiteX8" fmla="*/ 4597266 w 7538114"/>
              <a:gd name="connsiteY8" fmla="*/ 6858000 h 6858000"/>
              <a:gd name="connsiteX9" fmla="*/ 3903260 w 7538114"/>
              <a:gd name="connsiteY9" fmla="*/ 6858000 h 6858000"/>
              <a:gd name="connsiteX10" fmla="*/ 2830292 w 7538114"/>
              <a:gd name="connsiteY10" fmla="*/ 6858000 h 6858000"/>
              <a:gd name="connsiteX11" fmla="*/ 170314 w 7538114"/>
              <a:gd name="connsiteY11" fmla="*/ 6858000 h 6858000"/>
              <a:gd name="connsiteX12" fmla="*/ 170341 w 7538114"/>
              <a:gd name="connsiteY12" fmla="*/ 6857759 h 6858000"/>
              <a:gd name="connsiteX13" fmla="*/ 173485 w 7538114"/>
              <a:gd name="connsiteY13" fmla="*/ 6852129 h 6858000"/>
              <a:gd name="connsiteX14" fmla="*/ 167544 w 7538114"/>
              <a:gd name="connsiteY14" fmla="*/ 6830335 h 6858000"/>
              <a:gd name="connsiteX15" fmla="*/ 163472 w 7538114"/>
              <a:gd name="connsiteY15" fmla="*/ 6796707 h 6858000"/>
              <a:gd name="connsiteX16" fmla="*/ 160535 w 7538114"/>
              <a:gd name="connsiteY16" fmla="*/ 6780725 h 6858000"/>
              <a:gd name="connsiteX17" fmla="*/ 162318 w 7538114"/>
              <a:gd name="connsiteY17" fmla="*/ 6767829 h 6858000"/>
              <a:gd name="connsiteX18" fmla="*/ 162771 w 7538114"/>
              <a:gd name="connsiteY18" fmla="*/ 6694444 h 6858000"/>
              <a:gd name="connsiteX19" fmla="*/ 165604 w 7538114"/>
              <a:gd name="connsiteY19" fmla="*/ 6677569 h 6858000"/>
              <a:gd name="connsiteX20" fmla="*/ 171255 w 7538114"/>
              <a:gd name="connsiteY20" fmla="*/ 6669571 h 6858000"/>
              <a:gd name="connsiteX21" fmla="*/ 169240 w 7538114"/>
              <a:gd name="connsiteY21" fmla="*/ 6663304 h 6858000"/>
              <a:gd name="connsiteX22" fmla="*/ 169039 w 7538114"/>
              <a:gd name="connsiteY22" fmla="*/ 6618916 h 6858000"/>
              <a:gd name="connsiteX23" fmla="*/ 168392 w 7538114"/>
              <a:gd name="connsiteY23" fmla="*/ 6589960 h 6858000"/>
              <a:gd name="connsiteX24" fmla="*/ 160636 w 7538114"/>
              <a:gd name="connsiteY24" fmla="*/ 6588200 h 6858000"/>
              <a:gd name="connsiteX25" fmla="*/ 157872 w 7538114"/>
              <a:gd name="connsiteY25" fmla="*/ 6562416 h 6858000"/>
              <a:gd name="connsiteX26" fmla="*/ 162851 w 7538114"/>
              <a:gd name="connsiteY26" fmla="*/ 6534939 h 6858000"/>
              <a:gd name="connsiteX27" fmla="*/ 162153 w 7538114"/>
              <a:gd name="connsiteY27" fmla="*/ 6502552 h 6858000"/>
              <a:gd name="connsiteX28" fmla="*/ 161821 w 7538114"/>
              <a:gd name="connsiteY28" fmla="*/ 6483172 h 6858000"/>
              <a:gd name="connsiteX29" fmla="*/ 154586 w 7538114"/>
              <a:gd name="connsiteY29" fmla="*/ 6432309 h 6858000"/>
              <a:gd name="connsiteX30" fmla="*/ 127078 w 7538114"/>
              <a:gd name="connsiteY30" fmla="*/ 6349783 h 6858000"/>
              <a:gd name="connsiteX31" fmla="*/ 123181 w 7538114"/>
              <a:gd name="connsiteY31" fmla="*/ 6323872 h 6858000"/>
              <a:gd name="connsiteX32" fmla="*/ 124767 w 7538114"/>
              <a:gd name="connsiteY32" fmla="*/ 6319343 h 6858000"/>
              <a:gd name="connsiteX33" fmla="*/ 108246 w 7538114"/>
              <a:gd name="connsiteY33" fmla="*/ 6190348 h 6858000"/>
              <a:gd name="connsiteX34" fmla="*/ 107279 w 7538114"/>
              <a:gd name="connsiteY34" fmla="*/ 6167269 h 6858000"/>
              <a:gd name="connsiteX35" fmla="*/ 107883 w 7538114"/>
              <a:gd name="connsiteY35" fmla="*/ 6149986 h 6858000"/>
              <a:gd name="connsiteX36" fmla="*/ 102380 w 7538114"/>
              <a:gd name="connsiteY36" fmla="*/ 6108622 h 6858000"/>
              <a:gd name="connsiteX37" fmla="*/ 90314 w 7538114"/>
              <a:gd name="connsiteY37" fmla="*/ 6041155 h 6858000"/>
              <a:gd name="connsiteX38" fmla="*/ 88409 w 7538114"/>
              <a:gd name="connsiteY38" fmla="*/ 6026587 h 6858000"/>
              <a:gd name="connsiteX39" fmla="*/ 89403 w 7538114"/>
              <a:gd name="connsiteY39" fmla="*/ 6013265 h 6858000"/>
              <a:gd name="connsiteX40" fmla="*/ 91927 w 7538114"/>
              <a:gd name="connsiteY40" fmla="*/ 6009478 h 6858000"/>
              <a:gd name="connsiteX41" fmla="*/ 91302 w 7538114"/>
              <a:gd name="connsiteY41" fmla="*/ 6001336 h 6858000"/>
              <a:gd name="connsiteX42" fmla="*/ 91687 w 7538114"/>
              <a:gd name="connsiteY42" fmla="*/ 5999003 h 6858000"/>
              <a:gd name="connsiteX43" fmla="*/ 93336 w 7538114"/>
              <a:gd name="connsiteY43" fmla="*/ 5985795 h 6858000"/>
              <a:gd name="connsiteX44" fmla="*/ 83190 w 7538114"/>
              <a:gd name="connsiteY44" fmla="*/ 5961758 h 6858000"/>
              <a:gd name="connsiteX45" fmla="*/ 81952 w 7538114"/>
              <a:gd name="connsiteY45" fmla="*/ 5928761 h 6858000"/>
              <a:gd name="connsiteX46" fmla="*/ 67420 w 7538114"/>
              <a:gd name="connsiteY46" fmla="*/ 5787247 h 6858000"/>
              <a:gd name="connsiteX47" fmla="*/ 50760 w 7538114"/>
              <a:gd name="connsiteY47" fmla="*/ 5710700 h 6858000"/>
              <a:gd name="connsiteX48" fmla="*/ 42956 w 7538114"/>
              <a:gd name="connsiteY48" fmla="*/ 5641754 h 6858000"/>
              <a:gd name="connsiteX49" fmla="*/ 29695 w 7538114"/>
              <a:gd name="connsiteY49" fmla="*/ 5602326 h 6858000"/>
              <a:gd name="connsiteX50" fmla="*/ 18841 w 7538114"/>
              <a:gd name="connsiteY50" fmla="*/ 5570885 h 6858000"/>
              <a:gd name="connsiteX51" fmla="*/ 9977 w 7538114"/>
              <a:gd name="connsiteY51" fmla="*/ 5543492 h 6858000"/>
              <a:gd name="connsiteX52" fmla="*/ 5255 w 7538114"/>
              <a:gd name="connsiteY52" fmla="*/ 5531024 h 6858000"/>
              <a:gd name="connsiteX53" fmla="*/ 5447 w 7538114"/>
              <a:gd name="connsiteY53" fmla="*/ 5527845 h 6858000"/>
              <a:gd name="connsiteX54" fmla="*/ 0 w 7538114"/>
              <a:gd name="connsiteY54" fmla="*/ 5507724 h 6858000"/>
              <a:gd name="connsiteX55" fmla="*/ 435 w 7538114"/>
              <a:gd name="connsiteY55" fmla="*/ 5507045 h 6858000"/>
              <a:gd name="connsiteX56" fmla="*/ 1128 w 7538114"/>
              <a:gd name="connsiteY56" fmla="*/ 5499619 h 6858000"/>
              <a:gd name="connsiteX57" fmla="*/ 1291 w 7538114"/>
              <a:gd name="connsiteY57" fmla="*/ 5486342 h 6858000"/>
              <a:gd name="connsiteX58" fmla="*/ 7976 w 7538114"/>
              <a:gd name="connsiteY58" fmla="*/ 5450755 h 6858000"/>
              <a:gd name="connsiteX59" fmla="*/ 2355 w 7538114"/>
              <a:gd name="connsiteY59" fmla="*/ 5429732 h 6858000"/>
              <a:gd name="connsiteX60" fmla="*/ 1499 w 7538114"/>
              <a:gd name="connsiteY60" fmla="*/ 5370432 h 6858000"/>
              <a:gd name="connsiteX61" fmla="*/ 11483 w 7538114"/>
              <a:gd name="connsiteY61" fmla="*/ 5308330 h 6858000"/>
              <a:gd name="connsiteX62" fmla="*/ 12793 w 7538114"/>
              <a:gd name="connsiteY62" fmla="*/ 5246026 h 6858000"/>
              <a:gd name="connsiteX63" fmla="*/ 12525 w 7538114"/>
              <a:gd name="connsiteY63" fmla="*/ 5223468 h 6858000"/>
              <a:gd name="connsiteX64" fmla="*/ 15322 w 7538114"/>
              <a:gd name="connsiteY64" fmla="*/ 5183258 h 6858000"/>
              <a:gd name="connsiteX65" fmla="*/ 18633 w 7538114"/>
              <a:gd name="connsiteY65" fmla="*/ 5164842 h 6858000"/>
              <a:gd name="connsiteX66" fmla="*/ 18428 w 7538114"/>
              <a:gd name="connsiteY66" fmla="*/ 5164034 h 6858000"/>
              <a:gd name="connsiteX67" fmla="*/ 19854 w 7538114"/>
              <a:gd name="connsiteY67" fmla="*/ 5162388 h 6858000"/>
              <a:gd name="connsiteX68" fmla="*/ 20514 w 7538114"/>
              <a:gd name="connsiteY68" fmla="*/ 5158981 h 6858000"/>
              <a:gd name="connsiteX69" fmla="*/ 20089 w 7538114"/>
              <a:gd name="connsiteY69" fmla="*/ 5149681 h 6858000"/>
              <a:gd name="connsiteX70" fmla="*/ 19561 w 7538114"/>
              <a:gd name="connsiteY70" fmla="*/ 5146183 h 6858000"/>
              <a:gd name="connsiteX71" fmla="*/ 19571 w 7538114"/>
              <a:gd name="connsiteY71" fmla="*/ 5141065 h 6858000"/>
              <a:gd name="connsiteX72" fmla="*/ 19690 w 7538114"/>
              <a:gd name="connsiteY72" fmla="*/ 5140937 h 6858000"/>
              <a:gd name="connsiteX73" fmla="*/ 19471 w 7538114"/>
              <a:gd name="connsiteY73" fmla="*/ 5136144 h 6858000"/>
              <a:gd name="connsiteX74" fmla="*/ 16918 w 7538114"/>
              <a:gd name="connsiteY74" fmla="*/ 5112689 h 6858000"/>
              <a:gd name="connsiteX75" fmla="*/ 28071 w 7538114"/>
              <a:gd name="connsiteY75" fmla="*/ 5081696 h 6858000"/>
              <a:gd name="connsiteX76" fmla="*/ 30005 w 7538114"/>
              <a:gd name="connsiteY76" fmla="*/ 5068879 h 6858000"/>
              <a:gd name="connsiteX77" fmla="*/ 31661 w 7538114"/>
              <a:gd name="connsiteY77" fmla="*/ 5062033 h 6858000"/>
              <a:gd name="connsiteX78" fmla="*/ 32169 w 7538114"/>
              <a:gd name="connsiteY78" fmla="*/ 5061608 h 6858000"/>
              <a:gd name="connsiteX79" fmla="*/ 27436 w 7538114"/>
              <a:gd name="connsiteY79" fmla="*/ 5021480 h 6858000"/>
              <a:gd name="connsiteX80" fmla="*/ 26614 w 7538114"/>
              <a:gd name="connsiteY80" fmla="*/ 5013906 h 6858000"/>
              <a:gd name="connsiteX81" fmla="*/ 25056 w 7538114"/>
              <a:gd name="connsiteY81" fmla="*/ 5011767 h 6858000"/>
              <a:gd name="connsiteX82" fmla="*/ 24513 w 7538114"/>
              <a:gd name="connsiteY82" fmla="*/ 5000592 h 6858000"/>
              <a:gd name="connsiteX83" fmla="*/ 24951 w 7538114"/>
              <a:gd name="connsiteY83" fmla="*/ 4999307 h 6858000"/>
              <a:gd name="connsiteX84" fmla="*/ 22644 w 7538114"/>
              <a:gd name="connsiteY84" fmla="*/ 4990090 h 6858000"/>
              <a:gd name="connsiteX85" fmla="*/ 18465 w 7538114"/>
              <a:gd name="connsiteY85" fmla="*/ 4982366 h 6858000"/>
              <a:gd name="connsiteX86" fmla="*/ 20888 w 7538114"/>
              <a:gd name="connsiteY86" fmla="*/ 4887310 h 6858000"/>
              <a:gd name="connsiteX87" fmla="*/ 15781 w 7538114"/>
              <a:gd name="connsiteY87" fmla="*/ 4807298 h 6858000"/>
              <a:gd name="connsiteX88" fmla="*/ 19649 w 7538114"/>
              <a:gd name="connsiteY88" fmla="*/ 4779990 h 6858000"/>
              <a:gd name="connsiteX89" fmla="*/ 21858 w 7538114"/>
              <a:gd name="connsiteY89" fmla="*/ 4664237 h 6858000"/>
              <a:gd name="connsiteX90" fmla="*/ 13583 w 7538114"/>
              <a:gd name="connsiteY90" fmla="*/ 4598607 h 6858000"/>
              <a:gd name="connsiteX91" fmla="*/ 7118 w 7538114"/>
              <a:gd name="connsiteY91" fmla="*/ 4546768 h 6858000"/>
              <a:gd name="connsiteX92" fmla="*/ 14555 w 7538114"/>
              <a:gd name="connsiteY92" fmla="*/ 4522182 h 6858000"/>
              <a:gd name="connsiteX93" fmla="*/ 17290 w 7538114"/>
              <a:gd name="connsiteY93" fmla="*/ 4509768 h 6858000"/>
              <a:gd name="connsiteX94" fmla="*/ 17421 w 7538114"/>
              <a:gd name="connsiteY94" fmla="*/ 4494586 h 6858000"/>
              <a:gd name="connsiteX95" fmla="*/ 18193 w 7538114"/>
              <a:gd name="connsiteY95" fmla="*/ 4440649 h 6858000"/>
              <a:gd name="connsiteX96" fmla="*/ 16616 w 7538114"/>
              <a:gd name="connsiteY96" fmla="*/ 4431853 h 6858000"/>
              <a:gd name="connsiteX97" fmla="*/ 19246 w 7538114"/>
              <a:gd name="connsiteY97" fmla="*/ 4403141 h 6858000"/>
              <a:gd name="connsiteX98" fmla="*/ 19623 w 7538114"/>
              <a:gd name="connsiteY98" fmla="*/ 4356631 h 6858000"/>
              <a:gd name="connsiteX99" fmla="*/ 20293 w 7538114"/>
              <a:gd name="connsiteY99" fmla="*/ 4339937 h 6858000"/>
              <a:gd name="connsiteX100" fmla="*/ 18752 w 7538114"/>
              <a:gd name="connsiteY100" fmla="*/ 4331435 h 6858000"/>
              <a:gd name="connsiteX101" fmla="*/ 24901 w 7538114"/>
              <a:gd name="connsiteY101" fmla="*/ 4320990 h 6858000"/>
              <a:gd name="connsiteX102" fmla="*/ 23734 w 7538114"/>
              <a:gd name="connsiteY102" fmla="*/ 4309111 h 6858000"/>
              <a:gd name="connsiteX103" fmla="*/ 29040 w 7538114"/>
              <a:gd name="connsiteY103" fmla="*/ 4263489 h 6858000"/>
              <a:gd name="connsiteX104" fmla="*/ 29429 w 7538114"/>
              <a:gd name="connsiteY104" fmla="*/ 4258775 h 6858000"/>
              <a:gd name="connsiteX105" fmla="*/ 33702 w 7538114"/>
              <a:gd name="connsiteY105" fmla="*/ 4248512 h 6858000"/>
              <a:gd name="connsiteX106" fmla="*/ 37356 w 7538114"/>
              <a:gd name="connsiteY106" fmla="*/ 4228644 h 6858000"/>
              <a:gd name="connsiteX107" fmla="*/ 50107 w 7538114"/>
              <a:gd name="connsiteY107" fmla="*/ 4193665 h 6858000"/>
              <a:gd name="connsiteX108" fmla="*/ 56192 w 7538114"/>
              <a:gd name="connsiteY108" fmla="*/ 4173105 h 6858000"/>
              <a:gd name="connsiteX109" fmla="*/ 61800 w 7538114"/>
              <a:gd name="connsiteY109" fmla="*/ 4159194 h 6858000"/>
              <a:gd name="connsiteX110" fmla="*/ 69720 w 7538114"/>
              <a:gd name="connsiteY110" fmla="*/ 4118135 h 6858000"/>
              <a:gd name="connsiteX111" fmla="*/ 80190 w 7538114"/>
              <a:gd name="connsiteY111" fmla="*/ 4047713 h 6858000"/>
              <a:gd name="connsiteX112" fmla="*/ 96666 w 7538114"/>
              <a:gd name="connsiteY112" fmla="*/ 3980780 h 6858000"/>
              <a:gd name="connsiteX113" fmla="*/ 107651 w 7538114"/>
              <a:gd name="connsiteY113" fmla="*/ 3941872 h 6858000"/>
              <a:gd name="connsiteX114" fmla="*/ 118444 w 7538114"/>
              <a:gd name="connsiteY114" fmla="*/ 3897465 h 6858000"/>
              <a:gd name="connsiteX115" fmla="*/ 134545 w 7538114"/>
              <a:gd name="connsiteY115" fmla="*/ 3811132 h 6858000"/>
              <a:gd name="connsiteX116" fmla="*/ 145381 w 7538114"/>
              <a:gd name="connsiteY116" fmla="*/ 3746540 h 6858000"/>
              <a:gd name="connsiteX117" fmla="*/ 146587 w 7538114"/>
              <a:gd name="connsiteY117" fmla="*/ 3670275 h 6858000"/>
              <a:gd name="connsiteX118" fmla="*/ 165690 w 7538114"/>
              <a:gd name="connsiteY118" fmla="*/ 3580981 h 6858000"/>
              <a:gd name="connsiteX119" fmla="*/ 163175 w 7538114"/>
              <a:gd name="connsiteY119" fmla="*/ 3570960 h 6858000"/>
              <a:gd name="connsiteX120" fmla="*/ 162665 w 7538114"/>
              <a:gd name="connsiteY120" fmla="*/ 3560693 h 6858000"/>
              <a:gd name="connsiteX121" fmla="*/ 163299 w 7538114"/>
              <a:gd name="connsiteY121" fmla="*/ 3559743 h 6858000"/>
              <a:gd name="connsiteX122" fmla="*/ 164777 w 7538114"/>
              <a:gd name="connsiteY122" fmla="*/ 3548721 h 6858000"/>
              <a:gd name="connsiteX123" fmla="*/ 163708 w 7538114"/>
              <a:gd name="connsiteY123" fmla="*/ 3545693 h 6858000"/>
              <a:gd name="connsiteX124" fmla="*/ 164286 w 7538114"/>
              <a:gd name="connsiteY124" fmla="*/ 3537938 h 6858000"/>
              <a:gd name="connsiteX125" fmla="*/ 164247 w 7538114"/>
              <a:gd name="connsiteY125" fmla="*/ 3522141 h 6858000"/>
              <a:gd name="connsiteX126" fmla="*/ 165343 w 7538114"/>
              <a:gd name="connsiteY126" fmla="*/ 3519672 h 6858000"/>
              <a:gd name="connsiteX127" fmla="*/ 167001 w 7538114"/>
              <a:gd name="connsiteY127" fmla="*/ 3496604 h 6858000"/>
              <a:gd name="connsiteX128" fmla="*/ 167547 w 7538114"/>
              <a:gd name="connsiteY128" fmla="*/ 3496517 h 6858000"/>
              <a:gd name="connsiteX129" fmla="*/ 170301 w 7538114"/>
              <a:gd name="connsiteY129" fmla="*/ 3491023 h 6858000"/>
              <a:gd name="connsiteX130" fmla="*/ 174371 w 7538114"/>
              <a:gd name="connsiteY130" fmla="*/ 3479998 h 6858000"/>
              <a:gd name="connsiteX131" fmla="*/ 190228 w 7538114"/>
              <a:gd name="connsiteY131" fmla="*/ 3457434 h 6858000"/>
              <a:gd name="connsiteX132" fmla="*/ 192016 w 7538114"/>
              <a:gd name="connsiteY132" fmla="*/ 3433411 h 6858000"/>
              <a:gd name="connsiteX133" fmla="*/ 192663 w 7538114"/>
              <a:gd name="connsiteY133" fmla="*/ 3428691 h 6858000"/>
              <a:gd name="connsiteX134" fmla="*/ 192793 w 7538114"/>
              <a:gd name="connsiteY134" fmla="*/ 3428643 h 6858000"/>
              <a:gd name="connsiteX135" fmla="*/ 193710 w 7538114"/>
              <a:gd name="connsiteY135" fmla="*/ 3423760 h 6858000"/>
              <a:gd name="connsiteX136" fmla="*/ 193839 w 7538114"/>
              <a:gd name="connsiteY136" fmla="*/ 3420085 h 6858000"/>
              <a:gd name="connsiteX137" fmla="*/ 195094 w 7538114"/>
              <a:gd name="connsiteY137" fmla="*/ 3410930 h 6858000"/>
              <a:gd name="connsiteX138" fmla="*/ 196311 w 7538114"/>
              <a:gd name="connsiteY138" fmla="*/ 3408092 h 6858000"/>
              <a:gd name="connsiteX139" fmla="*/ 197928 w 7538114"/>
              <a:gd name="connsiteY139" fmla="*/ 3407419 h 6858000"/>
              <a:gd name="connsiteX140" fmla="*/ 197881 w 7538114"/>
              <a:gd name="connsiteY140" fmla="*/ 3406520 h 6858000"/>
              <a:gd name="connsiteX141" fmla="*/ 204222 w 7538114"/>
              <a:gd name="connsiteY141" fmla="*/ 3391015 h 6858000"/>
              <a:gd name="connsiteX142" fmla="*/ 213950 w 7538114"/>
              <a:gd name="connsiteY142" fmla="*/ 3354361 h 6858000"/>
              <a:gd name="connsiteX143" fmla="*/ 217699 w 7538114"/>
              <a:gd name="connsiteY143" fmla="*/ 3332639 h 6858000"/>
              <a:gd name="connsiteX144" fmla="*/ 229963 w 7538114"/>
              <a:gd name="connsiteY144" fmla="*/ 3273935 h 6858000"/>
              <a:gd name="connsiteX145" fmla="*/ 243785 w 7538114"/>
              <a:gd name="connsiteY145" fmla="*/ 3215621 h 6858000"/>
              <a:gd name="connsiteX146" fmla="*/ 259175 w 7538114"/>
              <a:gd name="connsiteY146" fmla="*/ 3189909 h 6858000"/>
              <a:gd name="connsiteX147" fmla="*/ 259988 w 7538114"/>
              <a:gd name="connsiteY147" fmla="*/ 3186579 h 6858000"/>
              <a:gd name="connsiteX148" fmla="*/ 259980 w 7538114"/>
              <a:gd name="connsiteY148" fmla="*/ 3177264 h 6858000"/>
              <a:gd name="connsiteX149" fmla="*/ 259609 w 7538114"/>
              <a:gd name="connsiteY149" fmla="*/ 3173723 h 6858000"/>
              <a:gd name="connsiteX150" fmla="*/ 259848 w 7538114"/>
              <a:gd name="connsiteY150" fmla="*/ 3168622 h 6858000"/>
              <a:gd name="connsiteX151" fmla="*/ 259971 w 7538114"/>
              <a:gd name="connsiteY151" fmla="*/ 3168508 h 6858000"/>
              <a:gd name="connsiteX152" fmla="*/ 259966 w 7538114"/>
              <a:gd name="connsiteY152" fmla="*/ 3163706 h 6858000"/>
              <a:gd name="connsiteX153" fmla="*/ 258467 w 7538114"/>
              <a:gd name="connsiteY153" fmla="*/ 3140064 h 6858000"/>
              <a:gd name="connsiteX154" fmla="*/ 270990 w 7538114"/>
              <a:gd name="connsiteY154" fmla="*/ 3110288 h 6858000"/>
              <a:gd name="connsiteX155" fmla="*/ 273494 w 7538114"/>
              <a:gd name="connsiteY155" fmla="*/ 3097704 h 6858000"/>
              <a:gd name="connsiteX156" fmla="*/ 275456 w 7538114"/>
              <a:gd name="connsiteY156" fmla="*/ 3091047 h 6858000"/>
              <a:gd name="connsiteX157" fmla="*/ 275980 w 7538114"/>
              <a:gd name="connsiteY157" fmla="*/ 3090672 h 6858000"/>
              <a:gd name="connsiteX158" fmla="*/ 274486 w 7538114"/>
              <a:gd name="connsiteY158" fmla="*/ 3068004 h 6858000"/>
              <a:gd name="connsiteX159" fmla="*/ 275226 w 7538114"/>
              <a:gd name="connsiteY159" fmla="*/ 3065087 h 6858000"/>
              <a:gd name="connsiteX160" fmla="*/ 273050 w 7538114"/>
              <a:gd name="connsiteY160" fmla="*/ 3050191 h 6858000"/>
              <a:gd name="connsiteX161" fmla="*/ 272566 w 7538114"/>
              <a:gd name="connsiteY161" fmla="*/ 3042559 h 6858000"/>
              <a:gd name="connsiteX162" fmla="*/ 271107 w 7538114"/>
              <a:gd name="connsiteY162" fmla="*/ 3040271 h 6858000"/>
              <a:gd name="connsiteX163" fmla="*/ 271065 w 7538114"/>
              <a:gd name="connsiteY163" fmla="*/ 3029072 h 6858000"/>
              <a:gd name="connsiteX164" fmla="*/ 271558 w 7538114"/>
              <a:gd name="connsiteY164" fmla="*/ 3027835 h 6858000"/>
              <a:gd name="connsiteX165" fmla="*/ 268717 w 7538114"/>
              <a:gd name="connsiteY165" fmla="*/ 2964245 h 6858000"/>
              <a:gd name="connsiteX166" fmla="*/ 272511 w 7538114"/>
              <a:gd name="connsiteY166" fmla="*/ 2915772 h 6858000"/>
              <a:gd name="connsiteX167" fmla="*/ 270356 w 7538114"/>
              <a:gd name="connsiteY167" fmla="*/ 2825842 h 6858000"/>
              <a:gd name="connsiteX168" fmla="*/ 273897 w 7538114"/>
              <a:gd name="connsiteY168" fmla="*/ 2734957 h 6858000"/>
              <a:gd name="connsiteX169" fmla="*/ 274458 w 7538114"/>
              <a:gd name="connsiteY169" fmla="*/ 2636572 h 6858000"/>
              <a:gd name="connsiteX170" fmla="*/ 279157 w 7538114"/>
              <a:gd name="connsiteY170" fmla="*/ 2604260 h 6858000"/>
              <a:gd name="connsiteX171" fmla="*/ 288131 w 7538114"/>
              <a:gd name="connsiteY171" fmla="*/ 2582747 h 6858000"/>
              <a:gd name="connsiteX172" fmla="*/ 282516 w 7538114"/>
              <a:gd name="connsiteY172" fmla="*/ 2478755 h 6858000"/>
              <a:gd name="connsiteX173" fmla="*/ 287359 w 7538114"/>
              <a:gd name="connsiteY173" fmla="*/ 2451804 h 6858000"/>
              <a:gd name="connsiteX174" fmla="*/ 289577 w 7538114"/>
              <a:gd name="connsiteY174" fmla="*/ 2408801 h 6858000"/>
              <a:gd name="connsiteX175" fmla="*/ 293203 w 7538114"/>
              <a:gd name="connsiteY175" fmla="*/ 2392670 h 6858000"/>
              <a:gd name="connsiteX176" fmla="*/ 304183 w 7538114"/>
              <a:gd name="connsiteY176" fmla="*/ 2330165 h 6858000"/>
              <a:gd name="connsiteX177" fmla="*/ 310900 w 7538114"/>
              <a:gd name="connsiteY177" fmla="*/ 2276363 h 6858000"/>
              <a:gd name="connsiteX178" fmla="*/ 303909 w 7538114"/>
              <a:gd name="connsiteY178" fmla="*/ 2236310 h 6858000"/>
              <a:gd name="connsiteX179" fmla="*/ 306187 w 7538114"/>
              <a:gd name="connsiteY179" fmla="*/ 2232984 h 6858000"/>
              <a:gd name="connsiteX180" fmla="*/ 307158 w 7538114"/>
              <a:gd name="connsiteY180" fmla="*/ 2205763 h 6858000"/>
              <a:gd name="connsiteX181" fmla="*/ 304860 w 7538114"/>
              <a:gd name="connsiteY181" fmla="*/ 2145703 h 6858000"/>
              <a:gd name="connsiteX182" fmla="*/ 304273 w 7538114"/>
              <a:gd name="connsiteY182" fmla="*/ 2092533 h 6858000"/>
              <a:gd name="connsiteX183" fmla="*/ 301642 w 7538114"/>
              <a:gd name="connsiteY183" fmla="*/ 2057359 h 6858000"/>
              <a:gd name="connsiteX184" fmla="*/ 306736 w 7538114"/>
              <a:gd name="connsiteY184" fmla="*/ 2016105 h 6858000"/>
              <a:gd name="connsiteX185" fmla="*/ 316234 w 7538114"/>
              <a:gd name="connsiteY185" fmla="*/ 1983129 h 6858000"/>
              <a:gd name="connsiteX186" fmla="*/ 318238 w 7538114"/>
              <a:gd name="connsiteY186" fmla="*/ 1956745 h 6858000"/>
              <a:gd name="connsiteX187" fmla="*/ 311341 w 7538114"/>
              <a:gd name="connsiteY187" fmla="*/ 1950160 h 6858000"/>
              <a:gd name="connsiteX188" fmla="*/ 323556 w 7538114"/>
              <a:gd name="connsiteY188" fmla="*/ 1879546 h 6858000"/>
              <a:gd name="connsiteX189" fmla="*/ 326085 w 7538114"/>
              <a:gd name="connsiteY189" fmla="*/ 1854893 h 6858000"/>
              <a:gd name="connsiteX190" fmla="*/ 335058 w 7538114"/>
              <a:gd name="connsiteY190" fmla="*/ 1787684 h 6858000"/>
              <a:gd name="connsiteX191" fmla="*/ 345620 w 7538114"/>
              <a:gd name="connsiteY191" fmla="*/ 1720464 h 6858000"/>
              <a:gd name="connsiteX192" fmla="*/ 360760 w 7538114"/>
              <a:gd name="connsiteY192" fmla="*/ 1681196 h 6858000"/>
              <a:gd name="connsiteX193" fmla="*/ 368483 w 7538114"/>
              <a:gd name="connsiteY193" fmla="*/ 1625881 h 6858000"/>
              <a:gd name="connsiteX194" fmla="*/ 371077 w 7538114"/>
              <a:gd name="connsiteY194" fmla="*/ 1616704 h 6858000"/>
              <a:gd name="connsiteX195" fmla="*/ 383008 w 7538114"/>
              <a:gd name="connsiteY195" fmla="*/ 1551493 h 6858000"/>
              <a:gd name="connsiteX196" fmla="*/ 384834 w 7538114"/>
              <a:gd name="connsiteY196" fmla="*/ 1475233 h 6858000"/>
              <a:gd name="connsiteX197" fmla="*/ 418371 w 7538114"/>
              <a:gd name="connsiteY197" fmla="*/ 1380155 h 6858000"/>
              <a:gd name="connsiteX198" fmla="*/ 469641 w 7538114"/>
              <a:gd name="connsiteY198" fmla="*/ 1210871 h 6858000"/>
              <a:gd name="connsiteX199" fmla="*/ 489701 w 7538114"/>
              <a:gd name="connsiteY199" fmla="*/ 1028427 h 6858000"/>
              <a:gd name="connsiteX200" fmla="*/ 486354 w 7538114"/>
              <a:gd name="connsiteY200" fmla="*/ 980383 h 6858000"/>
              <a:gd name="connsiteX201" fmla="*/ 479762 w 7538114"/>
              <a:gd name="connsiteY201" fmla="*/ 839699 h 6858000"/>
              <a:gd name="connsiteX202" fmla="*/ 445664 w 7538114"/>
              <a:gd name="connsiteY202" fmla="*/ 696545 h 6858000"/>
              <a:gd name="connsiteX203" fmla="*/ 440047 w 7538114"/>
              <a:gd name="connsiteY203" fmla="*/ 606615 h 6858000"/>
              <a:gd name="connsiteX204" fmla="*/ 431225 w 7538114"/>
              <a:gd name="connsiteY204" fmla="*/ 563889 h 6858000"/>
              <a:gd name="connsiteX205" fmla="*/ 430803 w 7538114"/>
              <a:gd name="connsiteY205" fmla="*/ 534294 h 6858000"/>
              <a:gd name="connsiteX206" fmla="*/ 429777 w 7538114"/>
              <a:gd name="connsiteY206" fmla="*/ 516548 h 6858000"/>
              <a:gd name="connsiteX207" fmla="*/ 415090 w 7538114"/>
              <a:gd name="connsiteY207" fmla="*/ 485808 h 6858000"/>
              <a:gd name="connsiteX208" fmla="*/ 410499 w 7538114"/>
              <a:gd name="connsiteY208" fmla="*/ 369873 h 6858000"/>
              <a:gd name="connsiteX209" fmla="*/ 425314 w 7538114"/>
              <a:gd name="connsiteY209" fmla="*/ 259180 h 6858000"/>
              <a:gd name="connsiteX210" fmla="*/ 383240 w 7538114"/>
              <a:gd name="connsiteY210" fmla="*/ 94173 h 6858000"/>
              <a:gd name="connsiteX211" fmla="*/ 379938 w 7538114"/>
              <a:gd name="connsiteY211" fmla="*/ 77267 h 6858000"/>
              <a:gd name="connsiteX212" fmla="*/ 373430 w 7538114"/>
              <a:gd name="connsiteY212" fmla="*/ 3885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7538114" h="6858000">
                <a:moveTo>
                  <a:pt x="366246" y="0"/>
                </a:moveTo>
                <a:lnTo>
                  <a:pt x="2830292" y="0"/>
                </a:lnTo>
                <a:lnTo>
                  <a:pt x="3903260" y="0"/>
                </a:lnTo>
                <a:lnTo>
                  <a:pt x="4597266" y="0"/>
                </a:lnTo>
                <a:lnTo>
                  <a:pt x="7192370" y="0"/>
                </a:lnTo>
                <a:lnTo>
                  <a:pt x="7538114" y="0"/>
                </a:lnTo>
                <a:lnTo>
                  <a:pt x="7538114" y="6858000"/>
                </a:lnTo>
                <a:lnTo>
                  <a:pt x="7192370" y="6858000"/>
                </a:lnTo>
                <a:lnTo>
                  <a:pt x="4597266" y="6858000"/>
                </a:lnTo>
                <a:lnTo>
                  <a:pt x="3903260" y="6858000"/>
                </a:lnTo>
                <a:lnTo>
                  <a:pt x="2830292" y="6858000"/>
                </a:lnTo>
                <a:lnTo>
                  <a:pt x="170314" y="6858000"/>
                </a:lnTo>
                <a:cubicBezTo>
                  <a:pt x="170323" y="6857920"/>
                  <a:pt x="170332" y="6857839"/>
                  <a:pt x="170341" y="6857759"/>
                </a:cubicBezTo>
                <a:lnTo>
                  <a:pt x="173485" y="6852129"/>
                </a:lnTo>
                <a:lnTo>
                  <a:pt x="167544" y="6830335"/>
                </a:lnTo>
                <a:cubicBezTo>
                  <a:pt x="165474" y="6819600"/>
                  <a:pt x="164100" y="6808301"/>
                  <a:pt x="163472" y="6796707"/>
                </a:cubicBezTo>
                <a:cubicBezTo>
                  <a:pt x="167658" y="6794106"/>
                  <a:pt x="161711" y="6785006"/>
                  <a:pt x="160535" y="6780725"/>
                </a:cubicBezTo>
                <a:cubicBezTo>
                  <a:pt x="163268" y="6780680"/>
                  <a:pt x="164578" y="6771195"/>
                  <a:pt x="162318" y="6767829"/>
                </a:cubicBezTo>
                <a:cubicBezTo>
                  <a:pt x="152545" y="6697090"/>
                  <a:pt x="178083" y="6736894"/>
                  <a:pt x="162771" y="6694444"/>
                </a:cubicBezTo>
                <a:cubicBezTo>
                  <a:pt x="161971" y="6687342"/>
                  <a:pt x="163342" y="6682014"/>
                  <a:pt x="165604" y="6677569"/>
                </a:cubicBezTo>
                <a:lnTo>
                  <a:pt x="171255" y="6669571"/>
                </a:lnTo>
                <a:lnTo>
                  <a:pt x="169240" y="6663304"/>
                </a:lnTo>
                <a:cubicBezTo>
                  <a:pt x="169082" y="6639651"/>
                  <a:pt x="174873" y="6632678"/>
                  <a:pt x="169039" y="6618916"/>
                </a:cubicBezTo>
                <a:cubicBezTo>
                  <a:pt x="181164" y="6598580"/>
                  <a:pt x="170248" y="6605428"/>
                  <a:pt x="168392" y="6589960"/>
                </a:cubicBezTo>
                <a:cubicBezTo>
                  <a:pt x="165975" y="6577758"/>
                  <a:pt x="161323" y="6600160"/>
                  <a:pt x="160636" y="6588200"/>
                </a:cubicBezTo>
                <a:cubicBezTo>
                  <a:pt x="163766" y="6575263"/>
                  <a:pt x="154044" y="6575871"/>
                  <a:pt x="157872" y="6562416"/>
                </a:cubicBezTo>
                <a:cubicBezTo>
                  <a:pt x="165196" y="6565685"/>
                  <a:pt x="156453" y="6535866"/>
                  <a:pt x="162851" y="6534939"/>
                </a:cubicBezTo>
                <a:cubicBezTo>
                  <a:pt x="153702" y="6523511"/>
                  <a:pt x="164973" y="6517769"/>
                  <a:pt x="162153" y="6502552"/>
                </a:cubicBezTo>
                <a:cubicBezTo>
                  <a:pt x="158692" y="6495386"/>
                  <a:pt x="158098" y="6490216"/>
                  <a:pt x="161821" y="6483172"/>
                </a:cubicBezTo>
                <a:cubicBezTo>
                  <a:pt x="144969" y="6450162"/>
                  <a:pt x="161066" y="6463202"/>
                  <a:pt x="154586" y="6432309"/>
                </a:cubicBezTo>
                <a:cubicBezTo>
                  <a:pt x="147771" y="6405695"/>
                  <a:pt x="143349" y="6375524"/>
                  <a:pt x="127078" y="6349783"/>
                </a:cubicBezTo>
                <a:cubicBezTo>
                  <a:pt x="122468" y="6345058"/>
                  <a:pt x="120723" y="6333456"/>
                  <a:pt x="123181" y="6323872"/>
                </a:cubicBezTo>
                <a:cubicBezTo>
                  <a:pt x="123604" y="6322225"/>
                  <a:pt x="124138" y="6320698"/>
                  <a:pt x="124767" y="6319343"/>
                </a:cubicBezTo>
                <a:cubicBezTo>
                  <a:pt x="122278" y="6297089"/>
                  <a:pt x="111161" y="6215694"/>
                  <a:pt x="108246" y="6190348"/>
                </a:cubicBezTo>
                <a:cubicBezTo>
                  <a:pt x="114169" y="6188296"/>
                  <a:pt x="103482" y="6175479"/>
                  <a:pt x="107279" y="6167269"/>
                </a:cubicBezTo>
                <a:cubicBezTo>
                  <a:pt x="110610" y="6161389"/>
                  <a:pt x="108145" y="6156128"/>
                  <a:pt x="107883" y="6149986"/>
                </a:cubicBezTo>
                <a:cubicBezTo>
                  <a:pt x="110502" y="6141894"/>
                  <a:pt x="105773" y="6115502"/>
                  <a:pt x="102380" y="6108622"/>
                </a:cubicBezTo>
                <a:cubicBezTo>
                  <a:pt x="90593" y="6092179"/>
                  <a:pt x="99346" y="6054816"/>
                  <a:pt x="90314" y="6041155"/>
                </a:cubicBezTo>
                <a:cubicBezTo>
                  <a:pt x="88990" y="6036198"/>
                  <a:pt x="88454" y="6031348"/>
                  <a:pt x="88409" y="6026587"/>
                </a:cubicBezTo>
                <a:lnTo>
                  <a:pt x="89403" y="6013265"/>
                </a:lnTo>
                <a:lnTo>
                  <a:pt x="91927" y="6009478"/>
                </a:lnTo>
                <a:lnTo>
                  <a:pt x="91302" y="6001336"/>
                </a:lnTo>
                <a:cubicBezTo>
                  <a:pt x="91431" y="6000558"/>
                  <a:pt x="91559" y="5999781"/>
                  <a:pt x="91687" y="5999003"/>
                </a:cubicBezTo>
                <a:cubicBezTo>
                  <a:pt x="92431" y="5994547"/>
                  <a:pt x="93080" y="5990148"/>
                  <a:pt x="93336" y="5985795"/>
                </a:cubicBezTo>
                <a:cubicBezTo>
                  <a:pt x="80676" y="5991520"/>
                  <a:pt x="93430" y="5949705"/>
                  <a:pt x="83190" y="5961758"/>
                </a:cubicBezTo>
                <a:cubicBezTo>
                  <a:pt x="82399" y="5938832"/>
                  <a:pt x="72862" y="5956319"/>
                  <a:pt x="81952" y="5928761"/>
                </a:cubicBezTo>
                <a:cubicBezTo>
                  <a:pt x="79324" y="5899676"/>
                  <a:pt x="72619" y="5823590"/>
                  <a:pt x="67420" y="5787247"/>
                </a:cubicBezTo>
                <a:cubicBezTo>
                  <a:pt x="53530" y="5750058"/>
                  <a:pt x="57730" y="5736292"/>
                  <a:pt x="50760" y="5710700"/>
                </a:cubicBezTo>
                <a:cubicBezTo>
                  <a:pt x="47368" y="5660911"/>
                  <a:pt x="30723" y="5663675"/>
                  <a:pt x="42956" y="5641754"/>
                </a:cubicBezTo>
                <a:cubicBezTo>
                  <a:pt x="39970" y="5608358"/>
                  <a:pt x="24769" y="5637338"/>
                  <a:pt x="29695" y="5602326"/>
                </a:cubicBezTo>
                <a:cubicBezTo>
                  <a:pt x="27700" y="5601239"/>
                  <a:pt x="20274" y="5573144"/>
                  <a:pt x="18841" y="5570885"/>
                </a:cubicBezTo>
                <a:lnTo>
                  <a:pt x="9977" y="5543492"/>
                </a:lnTo>
                <a:lnTo>
                  <a:pt x="5255" y="5531024"/>
                </a:lnTo>
                <a:lnTo>
                  <a:pt x="5447" y="5527845"/>
                </a:lnTo>
                <a:lnTo>
                  <a:pt x="0" y="5507724"/>
                </a:lnTo>
                <a:lnTo>
                  <a:pt x="435" y="5507045"/>
                </a:lnTo>
                <a:cubicBezTo>
                  <a:pt x="1286" y="5505065"/>
                  <a:pt x="1681" y="5502734"/>
                  <a:pt x="1128" y="5499619"/>
                </a:cubicBezTo>
                <a:cubicBezTo>
                  <a:pt x="9450" y="5498516"/>
                  <a:pt x="3652" y="5495435"/>
                  <a:pt x="1291" y="5486342"/>
                </a:cubicBezTo>
                <a:cubicBezTo>
                  <a:pt x="13688" y="5482600"/>
                  <a:pt x="2464" y="5460320"/>
                  <a:pt x="7976" y="5450755"/>
                </a:cubicBezTo>
                <a:cubicBezTo>
                  <a:pt x="5962" y="5444157"/>
                  <a:pt x="4058" y="5437113"/>
                  <a:pt x="2355" y="5429732"/>
                </a:cubicBezTo>
                <a:lnTo>
                  <a:pt x="1499" y="5370432"/>
                </a:lnTo>
                <a:lnTo>
                  <a:pt x="11483" y="5308330"/>
                </a:lnTo>
                <a:cubicBezTo>
                  <a:pt x="11701" y="5285359"/>
                  <a:pt x="15408" y="5265468"/>
                  <a:pt x="12793" y="5246026"/>
                </a:cubicBezTo>
                <a:cubicBezTo>
                  <a:pt x="15678" y="5238129"/>
                  <a:pt x="16842" y="5230685"/>
                  <a:pt x="12525" y="5223468"/>
                </a:cubicBezTo>
                <a:cubicBezTo>
                  <a:pt x="13966" y="5202031"/>
                  <a:pt x="20131" y="5196842"/>
                  <a:pt x="15322" y="5183258"/>
                </a:cubicBezTo>
                <a:cubicBezTo>
                  <a:pt x="25294" y="5171214"/>
                  <a:pt x="21488" y="5170502"/>
                  <a:pt x="18633" y="5164842"/>
                </a:cubicBezTo>
                <a:cubicBezTo>
                  <a:pt x="18565" y="5164573"/>
                  <a:pt x="18496" y="5164303"/>
                  <a:pt x="18428" y="5164034"/>
                </a:cubicBezTo>
                <a:lnTo>
                  <a:pt x="19854" y="5162388"/>
                </a:lnTo>
                <a:lnTo>
                  <a:pt x="20514" y="5158981"/>
                </a:lnTo>
                <a:lnTo>
                  <a:pt x="20089" y="5149681"/>
                </a:lnTo>
                <a:lnTo>
                  <a:pt x="19561" y="5146183"/>
                </a:lnTo>
                <a:cubicBezTo>
                  <a:pt x="19336" y="5143774"/>
                  <a:pt x="19361" y="5142173"/>
                  <a:pt x="19571" y="5141065"/>
                </a:cubicBezTo>
                <a:lnTo>
                  <a:pt x="19690" y="5140937"/>
                </a:lnTo>
                <a:cubicBezTo>
                  <a:pt x="19617" y="5139339"/>
                  <a:pt x="19544" y="5137742"/>
                  <a:pt x="19471" y="5136144"/>
                </a:cubicBezTo>
                <a:cubicBezTo>
                  <a:pt x="18832" y="5128055"/>
                  <a:pt x="17958" y="5120182"/>
                  <a:pt x="16918" y="5112689"/>
                </a:cubicBezTo>
                <a:cubicBezTo>
                  <a:pt x="23464" y="5106353"/>
                  <a:pt x="15733" y="5078666"/>
                  <a:pt x="28071" y="5081696"/>
                </a:cubicBezTo>
                <a:cubicBezTo>
                  <a:pt x="27036" y="5071588"/>
                  <a:pt x="21912" y="5065475"/>
                  <a:pt x="30005" y="5068879"/>
                </a:cubicBezTo>
                <a:cubicBezTo>
                  <a:pt x="29897" y="5065551"/>
                  <a:pt x="30585" y="5063501"/>
                  <a:pt x="31661" y="5062033"/>
                </a:cubicBezTo>
                <a:lnTo>
                  <a:pt x="32169" y="5061608"/>
                </a:lnTo>
                <a:lnTo>
                  <a:pt x="27436" y="5021480"/>
                </a:lnTo>
                <a:lnTo>
                  <a:pt x="26614" y="5013906"/>
                </a:lnTo>
                <a:lnTo>
                  <a:pt x="25056" y="5011767"/>
                </a:lnTo>
                <a:cubicBezTo>
                  <a:pt x="24110" y="5009457"/>
                  <a:pt x="23701" y="5006147"/>
                  <a:pt x="24513" y="5000592"/>
                </a:cubicBezTo>
                <a:lnTo>
                  <a:pt x="24951" y="4999307"/>
                </a:lnTo>
                <a:lnTo>
                  <a:pt x="22644" y="4990090"/>
                </a:lnTo>
                <a:cubicBezTo>
                  <a:pt x="21579" y="4987122"/>
                  <a:pt x="20222" y="4984494"/>
                  <a:pt x="18465" y="4982366"/>
                </a:cubicBezTo>
                <a:cubicBezTo>
                  <a:pt x="27858" y="4950984"/>
                  <a:pt x="19264" y="4921373"/>
                  <a:pt x="20888" y="4887310"/>
                </a:cubicBezTo>
                <a:cubicBezTo>
                  <a:pt x="17563" y="4848813"/>
                  <a:pt x="18386" y="4829570"/>
                  <a:pt x="15781" y="4807298"/>
                </a:cubicBezTo>
                <a:cubicBezTo>
                  <a:pt x="15634" y="4803627"/>
                  <a:pt x="14440" y="4773874"/>
                  <a:pt x="19649" y="4779990"/>
                </a:cubicBezTo>
                <a:cubicBezTo>
                  <a:pt x="18744" y="4746827"/>
                  <a:pt x="22869" y="4698305"/>
                  <a:pt x="21858" y="4664237"/>
                </a:cubicBezTo>
                <a:cubicBezTo>
                  <a:pt x="34232" y="4642340"/>
                  <a:pt x="11268" y="4621318"/>
                  <a:pt x="13583" y="4598607"/>
                </a:cubicBezTo>
                <a:cubicBezTo>
                  <a:pt x="2193" y="4604819"/>
                  <a:pt x="19974" y="4548010"/>
                  <a:pt x="7118" y="4546768"/>
                </a:cubicBezTo>
                <a:lnTo>
                  <a:pt x="14555" y="4522182"/>
                </a:lnTo>
                <a:lnTo>
                  <a:pt x="17290" y="4509768"/>
                </a:lnTo>
                <a:cubicBezTo>
                  <a:pt x="17884" y="4505118"/>
                  <a:pt x="18021" y="4500115"/>
                  <a:pt x="17421" y="4494586"/>
                </a:cubicBezTo>
                <a:cubicBezTo>
                  <a:pt x="12327" y="4480984"/>
                  <a:pt x="18571" y="4459805"/>
                  <a:pt x="18193" y="4440649"/>
                </a:cubicBezTo>
                <a:lnTo>
                  <a:pt x="16616" y="4431853"/>
                </a:lnTo>
                <a:lnTo>
                  <a:pt x="19246" y="4403141"/>
                </a:lnTo>
                <a:cubicBezTo>
                  <a:pt x="19372" y="4387638"/>
                  <a:pt x="19497" y="4372134"/>
                  <a:pt x="19623" y="4356631"/>
                </a:cubicBezTo>
                <a:cubicBezTo>
                  <a:pt x="19508" y="4349062"/>
                  <a:pt x="15847" y="4339045"/>
                  <a:pt x="20293" y="4339937"/>
                </a:cubicBezTo>
                <a:lnTo>
                  <a:pt x="18752" y="4331435"/>
                </a:lnTo>
                <a:cubicBezTo>
                  <a:pt x="19520" y="4328277"/>
                  <a:pt x="24070" y="4324711"/>
                  <a:pt x="24901" y="4320990"/>
                </a:cubicBezTo>
                <a:lnTo>
                  <a:pt x="23734" y="4309111"/>
                </a:lnTo>
                <a:cubicBezTo>
                  <a:pt x="24423" y="4299527"/>
                  <a:pt x="28090" y="4271878"/>
                  <a:pt x="29040" y="4263489"/>
                </a:cubicBezTo>
                <a:cubicBezTo>
                  <a:pt x="29169" y="4261918"/>
                  <a:pt x="29300" y="4260346"/>
                  <a:pt x="29429" y="4258775"/>
                </a:cubicBezTo>
                <a:lnTo>
                  <a:pt x="33702" y="4248512"/>
                </a:lnTo>
                <a:cubicBezTo>
                  <a:pt x="36933" y="4241044"/>
                  <a:pt x="39109" y="4235167"/>
                  <a:pt x="37356" y="4228644"/>
                </a:cubicBezTo>
                <a:cubicBezTo>
                  <a:pt x="41530" y="4217526"/>
                  <a:pt x="53227" y="4209759"/>
                  <a:pt x="50107" y="4193665"/>
                </a:cubicBezTo>
                <a:cubicBezTo>
                  <a:pt x="55406" y="4198550"/>
                  <a:pt x="50749" y="4175793"/>
                  <a:pt x="56192" y="4173105"/>
                </a:cubicBezTo>
                <a:cubicBezTo>
                  <a:pt x="60575" y="4171863"/>
                  <a:pt x="60184" y="4164671"/>
                  <a:pt x="61800" y="4159194"/>
                </a:cubicBezTo>
                <a:cubicBezTo>
                  <a:pt x="66276" y="4155290"/>
                  <a:pt x="70363" y="4127730"/>
                  <a:pt x="69720" y="4118135"/>
                </a:cubicBezTo>
                <a:cubicBezTo>
                  <a:pt x="65265" y="4091091"/>
                  <a:pt x="83289" y="4069336"/>
                  <a:pt x="80190" y="4047713"/>
                </a:cubicBezTo>
                <a:cubicBezTo>
                  <a:pt x="84682" y="4020435"/>
                  <a:pt x="92089" y="3998420"/>
                  <a:pt x="96666" y="3980780"/>
                </a:cubicBezTo>
                <a:cubicBezTo>
                  <a:pt x="98580" y="3977851"/>
                  <a:pt x="106155" y="3945259"/>
                  <a:pt x="107651" y="3941872"/>
                </a:cubicBezTo>
                <a:cubicBezTo>
                  <a:pt x="111761" y="3922504"/>
                  <a:pt x="112043" y="3930219"/>
                  <a:pt x="118444" y="3897465"/>
                </a:cubicBezTo>
                <a:cubicBezTo>
                  <a:pt x="124996" y="3869981"/>
                  <a:pt x="127657" y="3841768"/>
                  <a:pt x="134545" y="3811132"/>
                </a:cubicBezTo>
                <a:cubicBezTo>
                  <a:pt x="143817" y="3778601"/>
                  <a:pt x="141464" y="3759343"/>
                  <a:pt x="145381" y="3746540"/>
                </a:cubicBezTo>
                <a:cubicBezTo>
                  <a:pt x="156739" y="3719637"/>
                  <a:pt x="147664" y="3711291"/>
                  <a:pt x="146587" y="3670275"/>
                </a:cubicBezTo>
                <a:cubicBezTo>
                  <a:pt x="154134" y="3638754"/>
                  <a:pt x="151397" y="3605028"/>
                  <a:pt x="165690" y="3580981"/>
                </a:cubicBezTo>
                <a:cubicBezTo>
                  <a:pt x="164433" y="3577837"/>
                  <a:pt x="163639" y="3574469"/>
                  <a:pt x="163175" y="3570960"/>
                </a:cubicBezTo>
                <a:lnTo>
                  <a:pt x="162665" y="3560693"/>
                </a:lnTo>
                <a:lnTo>
                  <a:pt x="163299" y="3559743"/>
                </a:lnTo>
                <a:cubicBezTo>
                  <a:pt x="165039" y="3554949"/>
                  <a:pt x="165246" y="3551528"/>
                  <a:pt x="164777" y="3548721"/>
                </a:cubicBezTo>
                <a:lnTo>
                  <a:pt x="163708" y="3545693"/>
                </a:lnTo>
                <a:lnTo>
                  <a:pt x="164286" y="3537938"/>
                </a:lnTo>
                <a:cubicBezTo>
                  <a:pt x="164273" y="3532672"/>
                  <a:pt x="164261" y="3527407"/>
                  <a:pt x="164247" y="3522141"/>
                </a:cubicBezTo>
                <a:lnTo>
                  <a:pt x="165343" y="3519672"/>
                </a:lnTo>
                <a:lnTo>
                  <a:pt x="167001" y="3496604"/>
                </a:lnTo>
                <a:lnTo>
                  <a:pt x="167547" y="3496517"/>
                </a:lnTo>
                <a:cubicBezTo>
                  <a:pt x="168811" y="3495796"/>
                  <a:pt x="169814" y="3494272"/>
                  <a:pt x="170301" y="3491023"/>
                </a:cubicBezTo>
                <a:cubicBezTo>
                  <a:pt x="177219" y="3499391"/>
                  <a:pt x="173541" y="3490314"/>
                  <a:pt x="174371" y="3479998"/>
                </a:cubicBezTo>
                <a:cubicBezTo>
                  <a:pt x="185299" y="3490692"/>
                  <a:pt x="183023" y="3459350"/>
                  <a:pt x="190228" y="3457434"/>
                </a:cubicBezTo>
                <a:cubicBezTo>
                  <a:pt x="190591" y="3449617"/>
                  <a:pt x="191174" y="3441542"/>
                  <a:pt x="192016" y="3433411"/>
                </a:cubicBezTo>
                <a:lnTo>
                  <a:pt x="192663" y="3428691"/>
                </a:lnTo>
                <a:cubicBezTo>
                  <a:pt x="192706" y="3428676"/>
                  <a:pt x="192750" y="3428659"/>
                  <a:pt x="192793" y="3428643"/>
                </a:cubicBezTo>
                <a:cubicBezTo>
                  <a:pt x="193186" y="3427720"/>
                  <a:pt x="193494" y="3426206"/>
                  <a:pt x="193710" y="3423760"/>
                </a:cubicBezTo>
                <a:cubicBezTo>
                  <a:pt x="193753" y="3422535"/>
                  <a:pt x="193797" y="3421310"/>
                  <a:pt x="193839" y="3420085"/>
                </a:cubicBezTo>
                <a:lnTo>
                  <a:pt x="195094" y="3410930"/>
                </a:lnTo>
                <a:lnTo>
                  <a:pt x="196311" y="3408092"/>
                </a:lnTo>
                <a:lnTo>
                  <a:pt x="197928" y="3407419"/>
                </a:lnTo>
                <a:cubicBezTo>
                  <a:pt x="197912" y="3407119"/>
                  <a:pt x="197897" y="3406820"/>
                  <a:pt x="197881" y="3406520"/>
                </a:cubicBezTo>
                <a:cubicBezTo>
                  <a:pt x="196231" y="3399306"/>
                  <a:pt x="192821" y="3396220"/>
                  <a:pt x="204222" y="3391015"/>
                </a:cubicBezTo>
                <a:cubicBezTo>
                  <a:pt x="202162" y="3374996"/>
                  <a:pt x="208811" y="3373934"/>
                  <a:pt x="213950" y="3354361"/>
                </a:cubicBezTo>
                <a:cubicBezTo>
                  <a:pt x="211218" y="3344737"/>
                  <a:pt x="213619" y="3338360"/>
                  <a:pt x="217699" y="3332639"/>
                </a:cubicBezTo>
                <a:cubicBezTo>
                  <a:pt x="218717" y="3312409"/>
                  <a:pt x="225688" y="3295747"/>
                  <a:pt x="229963" y="3273935"/>
                </a:cubicBezTo>
                <a:cubicBezTo>
                  <a:pt x="228293" y="3248488"/>
                  <a:pt x="239257" y="3238943"/>
                  <a:pt x="243785" y="3215621"/>
                </a:cubicBezTo>
                <a:cubicBezTo>
                  <a:pt x="237893" y="3192522"/>
                  <a:pt x="253940" y="3201000"/>
                  <a:pt x="259175" y="3189909"/>
                </a:cubicBezTo>
                <a:lnTo>
                  <a:pt x="259988" y="3186579"/>
                </a:lnTo>
                <a:lnTo>
                  <a:pt x="259980" y="3177264"/>
                </a:lnTo>
                <a:lnTo>
                  <a:pt x="259609" y="3173723"/>
                </a:lnTo>
                <a:cubicBezTo>
                  <a:pt x="259490" y="3171299"/>
                  <a:pt x="259588" y="3169704"/>
                  <a:pt x="259848" y="3168622"/>
                </a:cubicBezTo>
                <a:lnTo>
                  <a:pt x="259971" y="3168508"/>
                </a:lnTo>
                <a:cubicBezTo>
                  <a:pt x="259969" y="3166907"/>
                  <a:pt x="259968" y="3165307"/>
                  <a:pt x="259966" y="3163706"/>
                </a:cubicBezTo>
                <a:cubicBezTo>
                  <a:pt x="259691" y="3155577"/>
                  <a:pt x="259171" y="3147642"/>
                  <a:pt x="258467" y="3140064"/>
                </a:cubicBezTo>
                <a:cubicBezTo>
                  <a:pt x="265286" y="3134408"/>
                  <a:pt x="258805" y="3106027"/>
                  <a:pt x="270990" y="3110288"/>
                </a:cubicBezTo>
                <a:cubicBezTo>
                  <a:pt x="270407" y="3100106"/>
                  <a:pt x="265565" y="3093497"/>
                  <a:pt x="273494" y="3097704"/>
                </a:cubicBezTo>
                <a:cubicBezTo>
                  <a:pt x="273534" y="3094376"/>
                  <a:pt x="274313" y="3092401"/>
                  <a:pt x="275456" y="3091047"/>
                </a:cubicBezTo>
                <a:lnTo>
                  <a:pt x="275980" y="3090672"/>
                </a:lnTo>
                <a:lnTo>
                  <a:pt x="274486" y="3068004"/>
                </a:lnTo>
                <a:lnTo>
                  <a:pt x="275226" y="3065087"/>
                </a:lnTo>
                <a:lnTo>
                  <a:pt x="273050" y="3050191"/>
                </a:lnTo>
                <a:cubicBezTo>
                  <a:pt x="272889" y="3047647"/>
                  <a:pt x="272728" y="3045103"/>
                  <a:pt x="272566" y="3042559"/>
                </a:cubicBezTo>
                <a:lnTo>
                  <a:pt x="271107" y="3040271"/>
                </a:lnTo>
                <a:cubicBezTo>
                  <a:pt x="270265" y="3037872"/>
                  <a:pt x="270006" y="3034528"/>
                  <a:pt x="271065" y="3029072"/>
                </a:cubicBezTo>
                <a:lnTo>
                  <a:pt x="271558" y="3027835"/>
                </a:lnTo>
                <a:cubicBezTo>
                  <a:pt x="270688" y="3024705"/>
                  <a:pt x="268559" y="2982922"/>
                  <a:pt x="268717" y="2964245"/>
                </a:cubicBezTo>
                <a:cubicBezTo>
                  <a:pt x="279502" y="2933904"/>
                  <a:pt x="269365" y="2949568"/>
                  <a:pt x="272511" y="2915772"/>
                </a:cubicBezTo>
                <a:cubicBezTo>
                  <a:pt x="272017" y="2877552"/>
                  <a:pt x="270125" y="2850992"/>
                  <a:pt x="270356" y="2825842"/>
                </a:cubicBezTo>
                <a:cubicBezTo>
                  <a:pt x="269433" y="2814032"/>
                  <a:pt x="268938" y="2727859"/>
                  <a:pt x="273897" y="2734957"/>
                </a:cubicBezTo>
                <a:cubicBezTo>
                  <a:pt x="264242" y="2698391"/>
                  <a:pt x="277769" y="2677127"/>
                  <a:pt x="274458" y="2636572"/>
                </a:cubicBezTo>
                <a:cubicBezTo>
                  <a:pt x="287792" y="2615986"/>
                  <a:pt x="275829" y="2626668"/>
                  <a:pt x="279157" y="2604260"/>
                </a:cubicBezTo>
                <a:cubicBezTo>
                  <a:pt x="279270" y="2587221"/>
                  <a:pt x="288019" y="2599786"/>
                  <a:pt x="288131" y="2582747"/>
                </a:cubicBezTo>
                <a:cubicBezTo>
                  <a:pt x="260352" y="2545890"/>
                  <a:pt x="290145" y="2525479"/>
                  <a:pt x="282516" y="2478755"/>
                </a:cubicBezTo>
                <a:lnTo>
                  <a:pt x="287359" y="2451804"/>
                </a:lnTo>
                <a:cubicBezTo>
                  <a:pt x="285426" y="2443087"/>
                  <a:pt x="285710" y="2414879"/>
                  <a:pt x="289577" y="2408801"/>
                </a:cubicBezTo>
                <a:cubicBezTo>
                  <a:pt x="290424" y="2402768"/>
                  <a:pt x="289064" y="2396183"/>
                  <a:pt x="293203" y="2392670"/>
                </a:cubicBezTo>
                <a:cubicBezTo>
                  <a:pt x="295637" y="2379564"/>
                  <a:pt x="301233" y="2349549"/>
                  <a:pt x="304183" y="2330165"/>
                </a:cubicBezTo>
                <a:cubicBezTo>
                  <a:pt x="298973" y="2319718"/>
                  <a:pt x="309550" y="2303314"/>
                  <a:pt x="310900" y="2276363"/>
                </a:cubicBezTo>
                <a:cubicBezTo>
                  <a:pt x="304874" y="2264930"/>
                  <a:pt x="311891" y="2258198"/>
                  <a:pt x="303909" y="2236310"/>
                </a:cubicBezTo>
                <a:cubicBezTo>
                  <a:pt x="304734" y="2235412"/>
                  <a:pt x="305502" y="2234293"/>
                  <a:pt x="306187" y="2232984"/>
                </a:cubicBezTo>
                <a:cubicBezTo>
                  <a:pt x="310170" y="2225381"/>
                  <a:pt x="310605" y="2213194"/>
                  <a:pt x="307158" y="2205763"/>
                </a:cubicBezTo>
                <a:cubicBezTo>
                  <a:pt x="296601" y="2170883"/>
                  <a:pt x="306474" y="2175442"/>
                  <a:pt x="304860" y="2145703"/>
                </a:cubicBezTo>
                <a:cubicBezTo>
                  <a:pt x="304314" y="2112090"/>
                  <a:pt x="314083" y="2134724"/>
                  <a:pt x="304273" y="2092533"/>
                </a:cubicBezTo>
                <a:cubicBezTo>
                  <a:pt x="308983" y="2088154"/>
                  <a:pt x="303590" y="2066396"/>
                  <a:pt x="301642" y="2057359"/>
                </a:cubicBezTo>
                <a:cubicBezTo>
                  <a:pt x="301720" y="2041038"/>
                  <a:pt x="313213" y="2032807"/>
                  <a:pt x="306736" y="2016105"/>
                </a:cubicBezTo>
                <a:cubicBezTo>
                  <a:pt x="312847" y="2019262"/>
                  <a:pt x="310007" y="1975377"/>
                  <a:pt x="316234" y="1983129"/>
                </a:cubicBezTo>
                <a:cubicBezTo>
                  <a:pt x="322177" y="1972692"/>
                  <a:pt x="313034" y="1967129"/>
                  <a:pt x="318238" y="1956745"/>
                </a:cubicBezTo>
                <a:cubicBezTo>
                  <a:pt x="319718" y="1944884"/>
                  <a:pt x="311423" y="1963350"/>
                  <a:pt x="311341" y="1950160"/>
                </a:cubicBezTo>
                <a:lnTo>
                  <a:pt x="323556" y="1879546"/>
                </a:lnTo>
                <a:cubicBezTo>
                  <a:pt x="320263" y="1869846"/>
                  <a:pt x="322312" y="1862247"/>
                  <a:pt x="326085" y="1854893"/>
                </a:cubicBezTo>
                <a:cubicBezTo>
                  <a:pt x="325955" y="1832625"/>
                  <a:pt x="332007" y="1812578"/>
                  <a:pt x="335058" y="1787684"/>
                </a:cubicBezTo>
                <a:cubicBezTo>
                  <a:pt x="331933" y="1760490"/>
                  <a:pt x="342400" y="1747069"/>
                  <a:pt x="345620" y="1720464"/>
                </a:cubicBezTo>
                <a:cubicBezTo>
                  <a:pt x="337355" y="1693643"/>
                  <a:pt x="360215" y="1703686"/>
                  <a:pt x="360760" y="1681196"/>
                </a:cubicBezTo>
                <a:cubicBezTo>
                  <a:pt x="353923" y="1644243"/>
                  <a:pt x="368449" y="1682451"/>
                  <a:pt x="368483" y="1625881"/>
                </a:cubicBezTo>
                <a:cubicBezTo>
                  <a:pt x="367181" y="1622619"/>
                  <a:pt x="369088" y="1615868"/>
                  <a:pt x="371077" y="1616704"/>
                </a:cubicBezTo>
                <a:cubicBezTo>
                  <a:pt x="371005" y="1604306"/>
                  <a:pt x="384453" y="1569256"/>
                  <a:pt x="383008" y="1551493"/>
                </a:cubicBezTo>
                <a:cubicBezTo>
                  <a:pt x="390598" y="1517303"/>
                  <a:pt x="381821" y="1500132"/>
                  <a:pt x="384834" y="1475233"/>
                </a:cubicBezTo>
                <a:cubicBezTo>
                  <a:pt x="393221" y="1446677"/>
                  <a:pt x="400498" y="1430031"/>
                  <a:pt x="418371" y="1380155"/>
                </a:cubicBezTo>
                <a:lnTo>
                  <a:pt x="469641" y="1210871"/>
                </a:lnTo>
                <a:cubicBezTo>
                  <a:pt x="507460" y="1148093"/>
                  <a:pt x="486915" y="1066841"/>
                  <a:pt x="489701" y="1028427"/>
                </a:cubicBezTo>
                <a:cubicBezTo>
                  <a:pt x="478454" y="1012506"/>
                  <a:pt x="490925" y="999600"/>
                  <a:pt x="486354" y="980383"/>
                </a:cubicBezTo>
                <a:cubicBezTo>
                  <a:pt x="483880" y="937629"/>
                  <a:pt x="471099" y="895192"/>
                  <a:pt x="479762" y="839699"/>
                </a:cubicBezTo>
                <a:cubicBezTo>
                  <a:pt x="444550" y="814685"/>
                  <a:pt x="465776" y="749644"/>
                  <a:pt x="445664" y="696545"/>
                </a:cubicBezTo>
                <a:cubicBezTo>
                  <a:pt x="441558" y="665722"/>
                  <a:pt x="459046" y="617297"/>
                  <a:pt x="440047" y="606615"/>
                </a:cubicBezTo>
                <a:cubicBezTo>
                  <a:pt x="451675" y="592509"/>
                  <a:pt x="432892" y="579307"/>
                  <a:pt x="431225" y="563889"/>
                </a:cubicBezTo>
                <a:cubicBezTo>
                  <a:pt x="438618" y="551582"/>
                  <a:pt x="432225" y="545475"/>
                  <a:pt x="430803" y="534294"/>
                </a:cubicBezTo>
                <a:cubicBezTo>
                  <a:pt x="435364" y="529230"/>
                  <a:pt x="435126" y="519767"/>
                  <a:pt x="429777" y="516548"/>
                </a:cubicBezTo>
                <a:cubicBezTo>
                  <a:pt x="417444" y="521116"/>
                  <a:pt x="423596" y="488251"/>
                  <a:pt x="415090" y="485808"/>
                </a:cubicBezTo>
                <a:cubicBezTo>
                  <a:pt x="413316" y="466733"/>
                  <a:pt x="424116" y="383903"/>
                  <a:pt x="410499" y="369873"/>
                </a:cubicBezTo>
                <a:cubicBezTo>
                  <a:pt x="404034" y="331308"/>
                  <a:pt x="425696" y="275570"/>
                  <a:pt x="425314" y="259180"/>
                </a:cubicBezTo>
                <a:cubicBezTo>
                  <a:pt x="450188" y="242918"/>
                  <a:pt x="384634" y="163766"/>
                  <a:pt x="383240" y="94173"/>
                </a:cubicBezTo>
                <a:cubicBezTo>
                  <a:pt x="385641" y="84795"/>
                  <a:pt x="385609" y="79782"/>
                  <a:pt x="379938" y="77267"/>
                </a:cubicBezTo>
                <a:cubicBezTo>
                  <a:pt x="378301" y="68220"/>
                  <a:pt x="376144" y="54774"/>
                  <a:pt x="373430" y="3885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91E63-69CA-DC04-73AA-798B5826A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0" y="609600"/>
            <a:ext cx="5310116" cy="1322887"/>
          </a:xfrm>
        </p:spPr>
        <p:txBody>
          <a:bodyPr>
            <a:normAutofit/>
          </a:bodyPr>
          <a:lstStyle/>
          <a:p>
            <a:r>
              <a:rPr lang="en-US" dirty="0"/>
              <a:t>What’s a component?</a:t>
            </a:r>
          </a:p>
        </p:txBody>
      </p:sp>
      <p:pic>
        <p:nvPicPr>
          <p:cNvPr id="11" name="Content Placeholder 10" descr="A screenshot of a product&#10;&#10;AI-generated content may be incorrect.">
            <a:extLst>
              <a:ext uri="{FF2B5EF4-FFF2-40B4-BE49-F238E27FC236}">
                <a16:creationId xmlns:a16="http://schemas.microsoft.com/office/drawing/2014/main" id="{8EA00273-8098-D3D8-1A73-2B72F55D9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15" y="675564"/>
            <a:ext cx="3682575" cy="5516967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01868DB-6516-7BB7-9E73-6FD242996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7400" y="2194102"/>
            <a:ext cx="5310116" cy="3908585"/>
          </a:xfrm>
        </p:spPr>
        <p:txBody>
          <a:bodyPr>
            <a:normAutofit/>
          </a:bodyPr>
          <a:lstStyle/>
          <a:p>
            <a:r>
              <a:rPr lang="en-US" sz="1700" dirty="0"/>
              <a:t>Component Highlights</a:t>
            </a:r>
          </a:p>
          <a:p>
            <a:pPr lvl="1"/>
            <a:r>
              <a:rPr lang="en-US" sz="1700" dirty="0"/>
              <a:t> </a:t>
            </a:r>
            <a:r>
              <a:rPr lang="en-US" sz="1700" dirty="0" err="1"/>
              <a:t>HeaderComponent</a:t>
            </a:r>
            <a:r>
              <a:rPr lang="en-US" sz="1700" dirty="0"/>
              <a:t>: Navigation bar, logo, cart icon. </a:t>
            </a:r>
          </a:p>
          <a:p>
            <a:pPr lvl="1"/>
            <a:r>
              <a:rPr lang="en-US" sz="1700" dirty="0" err="1"/>
              <a:t>ProductPage</a:t>
            </a:r>
            <a:r>
              <a:rPr lang="en-US" sz="1700" dirty="0"/>
              <a:t>: Parent component that holds all product-related subcomponents.</a:t>
            </a:r>
          </a:p>
          <a:p>
            <a:pPr lvl="2"/>
            <a:r>
              <a:rPr lang="en-US" sz="1700" dirty="0"/>
              <a:t> </a:t>
            </a:r>
            <a:r>
              <a:rPr lang="en-US" sz="1700" dirty="0" err="1"/>
              <a:t>ImageGallery</a:t>
            </a:r>
            <a:r>
              <a:rPr lang="en-US" sz="1700" dirty="0"/>
              <a:t>: Carousel or grid of product images. </a:t>
            </a:r>
            <a:r>
              <a:rPr lang="en-US" sz="1700" dirty="0" err="1"/>
              <a:t>ProductDetails</a:t>
            </a:r>
            <a:r>
              <a:rPr lang="en-US" sz="1700" dirty="0"/>
              <a:t>: Title, price, description, availability. </a:t>
            </a:r>
          </a:p>
          <a:p>
            <a:pPr lvl="2"/>
            <a:r>
              <a:rPr lang="en-US" sz="1700" dirty="0" err="1"/>
              <a:t>ReviewsSection</a:t>
            </a:r>
            <a:r>
              <a:rPr lang="en-US" sz="1700" dirty="0"/>
              <a:t>: User reviews and ratings.</a:t>
            </a:r>
          </a:p>
          <a:p>
            <a:pPr lvl="2"/>
            <a:r>
              <a:rPr lang="en-US" sz="1700" dirty="0"/>
              <a:t> </a:t>
            </a:r>
            <a:r>
              <a:rPr lang="en-US" sz="1700" dirty="0" err="1"/>
              <a:t>RelatedProducts</a:t>
            </a:r>
            <a:r>
              <a:rPr lang="en-US" sz="1700" dirty="0"/>
              <a:t>: Suggestions based on current product.</a:t>
            </a:r>
          </a:p>
          <a:p>
            <a:pPr lvl="1"/>
            <a:r>
              <a:rPr lang="en-US" sz="1700" dirty="0"/>
              <a:t> </a:t>
            </a:r>
            <a:r>
              <a:rPr lang="en-US" sz="1700" dirty="0" err="1"/>
              <a:t>FooterComponent</a:t>
            </a:r>
            <a:r>
              <a:rPr lang="en-US" sz="1700" dirty="0"/>
              <a:t>: Contact info, links, etc.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7F0838-F214-F6D2-F32D-7F9522AB48DE}"/>
              </a:ext>
            </a:extLst>
          </p:cNvPr>
          <p:cNvSpPr/>
          <p:nvPr/>
        </p:nvSpPr>
        <p:spPr>
          <a:xfrm>
            <a:off x="693215" y="675564"/>
            <a:ext cx="3682575" cy="55875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914B84-D8B7-5A16-402E-D44BC4E7BEAA}"/>
              </a:ext>
            </a:extLst>
          </p:cNvPr>
          <p:cNvSpPr/>
          <p:nvPr/>
        </p:nvSpPr>
        <p:spPr>
          <a:xfrm>
            <a:off x="832264" y="5620907"/>
            <a:ext cx="3415272" cy="4817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65264D-DC10-5F28-732B-BFF8ECC9EC12}"/>
              </a:ext>
            </a:extLst>
          </p:cNvPr>
          <p:cNvSpPr/>
          <p:nvPr/>
        </p:nvSpPr>
        <p:spPr>
          <a:xfrm>
            <a:off x="832264" y="818760"/>
            <a:ext cx="3415272" cy="4817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3C1086-42B1-ECD3-8147-8BBC5A292F29}"/>
              </a:ext>
            </a:extLst>
          </p:cNvPr>
          <p:cNvSpPr/>
          <p:nvPr/>
        </p:nvSpPr>
        <p:spPr>
          <a:xfrm>
            <a:off x="832264" y="1357076"/>
            <a:ext cx="3415272" cy="175460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7F700B-ECAE-D266-007F-D99110E93C76}"/>
              </a:ext>
            </a:extLst>
          </p:cNvPr>
          <p:cNvSpPr/>
          <p:nvPr/>
        </p:nvSpPr>
        <p:spPr>
          <a:xfrm>
            <a:off x="826866" y="3203404"/>
            <a:ext cx="3415272" cy="134893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20462A-B9C9-46BB-910A-288E68AD00F3}"/>
              </a:ext>
            </a:extLst>
          </p:cNvPr>
          <p:cNvSpPr/>
          <p:nvPr/>
        </p:nvSpPr>
        <p:spPr>
          <a:xfrm>
            <a:off x="885858" y="3448119"/>
            <a:ext cx="1047096" cy="100665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83D7AD-E4A3-BBDC-9765-FD890CF9D340}"/>
              </a:ext>
            </a:extLst>
          </p:cNvPr>
          <p:cNvSpPr/>
          <p:nvPr/>
        </p:nvSpPr>
        <p:spPr>
          <a:xfrm>
            <a:off x="2021488" y="3453038"/>
            <a:ext cx="1047096" cy="100665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800759-FE91-E7AD-B788-8CA6C3586CA0}"/>
              </a:ext>
            </a:extLst>
          </p:cNvPr>
          <p:cNvSpPr/>
          <p:nvPr/>
        </p:nvSpPr>
        <p:spPr>
          <a:xfrm>
            <a:off x="3157118" y="3438292"/>
            <a:ext cx="1047096" cy="1006655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3FFB2A-4267-AC8D-04B2-D0510801F9FB}"/>
              </a:ext>
            </a:extLst>
          </p:cNvPr>
          <p:cNvSpPr/>
          <p:nvPr/>
        </p:nvSpPr>
        <p:spPr>
          <a:xfrm>
            <a:off x="471948" y="1300541"/>
            <a:ext cx="4168528" cy="32616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7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yellow clock">
            <a:extLst>
              <a:ext uri="{FF2B5EF4-FFF2-40B4-BE49-F238E27FC236}">
                <a16:creationId xmlns:a16="http://schemas.microsoft.com/office/drawing/2014/main" id="{2730C38E-6810-C6BF-6CC6-1E9EBC8E6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94" b="885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9E3D6A-E914-3FA7-E323-0BF5A2F12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528" y="2299176"/>
            <a:ext cx="4131368" cy="1571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/>
              <a:t>Demo time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898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E5D79-8A08-49C8-2D39-81EE1CF75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9" y="679731"/>
            <a:ext cx="4171994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Let’s make a card …. A simple </a:t>
            </a:r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stupid</a:t>
            </a: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card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5A2713-47E3-1E71-70A7-FDAF2E2527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97421" y="557360"/>
            <a:ext cx="3295131" cy="563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64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D7D0631D-EB08-5066-44BE-E3B31A659D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49" r="2325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3478D0-3797-4D43-C0DC-8EF3DC29A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How can we make it a </a:t>
            </a:r>
            <a:r>
              <a:rPr lang="en-US" sz="4800" b="1" dirty="0">
                <a:solidFill>
                  <a:schemeClr val="bg1"/>
                </a:solidFill>
              </a:rPr>
              <a:t>little </a:t>
            </a:r>
            <a:r>
              <a:rPr lang="en-US" sz="4800" dirty="0">
                <a:solidFill>
                  <a:schemeClr val="bg1"/>
                </a:solidFill>
              </a:rPr>
              <a:t>smarter?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9780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A0C9D6-3A08-0888-553B-EAC04164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chemeClr val="tx2"/>
                </a:solidFill>
              </a:rPr>
              <a:t>Props</a:t>
            </a:r>
            <a:r>
              <a:rPr lang="en-US" sz="3600" dirty="0">
                <a:solidFill>
                  <a:schemeClr val="tx2"/>
                </a:solidFill>
              </a:rPr>
              <a:t> and emits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2CD61-7539-72B6-E1BA-445D1014C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 b="1" dirty="0">
                <a:solidFill>
                  <a:schemeClr val="tx2"/>
                </a:solidFill>
              </a:rPr>
              <a:t>What are Props?</a:t>
            </a:r>
          </a:p>
          <a:p>
            <a:pPr lvl="1"/>
            <a:r>
              <a:rPr lang="en-US" sz="1800" dirty="0">
                <a:solidFill>
                  <a:schemeClr val="tx2"/>
                </a:solidFill>
              </a:rPr>
              <a:t>Props (short for </a:t>
            </a:r>
            <a:r>
              <a:rPr lang="en-US" sz="1800" i="1" dirty="0">
                <a:solidFill>
                  <a:schemeClr val="tx2"/>
                </a:solidFill>
              </a:rPr>
              <a:t>properties</a:t>
            </a:r>
            <a:r>
              <a:rPr lang="en-US" sz="1800" dirty="0">
                <a:solidFill>
                  <a:schemeClr val="tx2"/>
                </a:solidFill>
              </a:rPr>
              <a:t>) are how a </a:t>
            </a:r>
            <a:r>
              <a:rPr lang="en-US" sz="1800" b="1" dirty="0">
                <a:solidFill>
                  <a:schemeClr val="tx2"/>
                </a:solidFill>
              </a:rPr>
              <a:t>parent component </a:t>
            </a:r>
            <a:r>
              <a:rPr lang="en-US" sz="1800" b="1" dirty="0">
                <a:solidFill>
                  <a:schemeClr val="tx2"/>
                </a:solidFill>
                <a:highlight>
                  <a:srgbClr val="FFFF00"/>
                </a:highlight>
              </a:rPr>
              <a:t>passes data</a:t>
            </a:r>
            <a:r>
              <a:rPr lang="en-US" sz="1800" dirty="0">
                <a:solidFill>
                  <a:schemeClr val="tx2"/>
                </a:solidFill>
                <a:highlight>
                  <a:srgbClr val="FFFF00"/>
                </a:highlight>
              </a:rPr>
              <a:t> down to a </a:t>
            </a:r>
            <a:r>
              <a:rPr lang="en-US" sz="1800" b="1" dirty="0">
                <a:solidFill>
                  <a:schemeClr val="tx2"/>
                </a:solidFill>
                <a:highlight>
                  <a:srgbClr val="FFFF00"/>
                </a:highlight>
              </a:rPr>
              <a:t>child component</a:t>
            </a:r>
            <a:r>
              <a:rPr lang="en-US" sz="1800" dirty="0">
                <a:solidFill>
                  <a:schemeClr val="tx2"/>
                </a:solidFill>
                <a:highlight>
                  <a:srgbClr val="FFFF00"/>
                </a:highlight>
              </a:rPr>
              <a:t>.</a:t>
            </a:r>
          </a:p>
          <a:p>
            <a:pPr lvl="1"/>
            <a:endParaRPr lang="en-US" sz="1800" dirty="0">
              <a:solidFill>
                <a:schemeClr val="tx2"/>
              </a:solidFill>
            </a:endParaRPr>
          </a:p>
          <a:p>
            <a:pPr lvl="1"/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Declared in the child using </a:t>
            </a:r>
            <a:r>
              <a:rPr lang="en-US" sz="1800" dirty="0" err="1">
                <a:solidFill>
                  <a:schemeClr val="tx2"/>
                </a:solidFill>
              </a:rPr>
              <a:t>defineProps</a:t>
            </a:r>
            <a:r>
              <a:rPr lang="en-US" sz="1800" dirty="0">
                <a:solidFill>
                  <a:schemeClr val="tx2"/>
                </a:solidFill>
              </a:rPr>
              <a:t>() (Composition API)</a:t>
            </a:r>
          </a:p>
          <a:p>
            <a:r>
              <a:rPr lang="en-US" sz="1800" dirty="0">
                <a:solidFill>
                  <a:schemeClr val="tx2"/>
                </a:solidFill>
              </a:rPr>
              <a:t>Props are </a:t>
            </a:r>
            <a:r>
              <a:rPr lang="en-US" sz="1800" b="1" dirty="0">
                <a:solidFill>
                  <a:schemeClr val="tx2"/>
                </a:solidFill>
              </a:rPr>
              <a:t>reactive</a:t>
            </a:r>
            <a:r>
              <a:rPr lang="en-US" sz="1800" dirty="0">
                <a:solidFill>
                  <a:schemeClr val="tx2"/>
                </a:solidFill>
              </a:rPr>
              <a:t> — if the parent changes a prop value, the child updates automatically.</a:t>
            </a:r>
          </a:p>
          <a:p>
            <a:r>
              <a:rPr lang="en-US" sz="1800" dirty="0">
                <a:solidFill>
                  <a:schemeClr val="tx2"/>
                </a:solidFill>
              </a:rPr>
              <a:t>Should be </a:t>
            </a:r>
            <a:r>
              <a:rPr lang="en-US" sz="1800" b="1" dirty="0">
                <a:solidFill>
                  <a:schemeClr val="tx2"/>
                </a:solidFill>
              </a:rPr>
              <a:t>treated as read-only</a:t>
            </a:r>
            <a:r>
              <a:rPr lang="en-US" sz="1800" dirty="0">
                <a:solidFill>
                  <a:schemeClr val="tx2"/>
                </a:solidFill>
              </a:rPr>
              <a:t> inside the child (never mutate directly). </a:t>
            </a:r>
            <a:r>
              <a:rPr lang="en-US" sz="1800" b="1" i="1" u="sng" dirty="0">
                <a:solidFill>
                  <a:schemeClr val="tx2"/>
                </a:solidFill>
              </a:rPr>
              <a:t> WHY?</a:t>
            </a:r>
          </a:p>
          <a:p>
            <a:r>
              <a:rPr lang="en-US" sz="1800" dirty="0">
                <a:solidFill>
                  <a:schemeClr val="tx2"/>
                </a:solidFill>
              </a:rPr>
              <a:t>Can have </a:t>
            </a:r>
            <a:r>
              <a:rPr lang="en-US" sz="1800" b="1" dirty="0">
                <a:solidFill>
                  <a:schemeClr val="tx2"/>
                </a:solidFill>
              </a:rPr>
              <a:t>types, defaults, and validation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6427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5B48FE-7028-194A-A6F0-CE77A5ED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4D84039-5A37-F252-B416-955F14F0B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69A8A2-F8E5-B6E0-874C-29C4C7175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E1AD5F-35AC-2432-1D11-E41C7B8B4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4A4F53-7B78-22E2-C598-396DE1DC8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EBA0A23-2020-9267-4D4E-BD53337632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2D38DF9-6FEA-D02E-6487-6173170E47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1D2EAFC-28F6-E73F-0A27-ECE5A9A6B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3A1209-01E4-FEAE-F3E3-8C961D4F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Props and </a:t>
            </a:r>
            <a:r>
              <a:rPr lang="en-US" sz="3600" b="1" u="sng" dirty="0">
                <a:solidFill>
                  <a:schemeClr val="tx2"/>
                </a:solidFill>
              </a:rPr>
              <a:t>Emits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8D4D3-86A3-B7F4-B8C6-32A0CF845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 b="1" dirty="0"/>
              <a:t>What are Emits?</a:t>
            </a:r>
            <a:r>
              <a:rPr lang="en-US" sz="1800" dirty="0"/>
              <a:t> Emits are how a child component sends events up to the parent component.</a:t>
            </a:r>
          </a:p>
          <a:p>
            <a:r>
              <a:rPr lang="en-US" sz="1800" dirty="0"/>
              <a:t>Declared in the child using </a:t>
            </a:r>
            <a:r>
              <a:rPr lang="en-US" dirty="0" err="1"/>
              <a:t>defineEmits</a:t>
            </a:r>
            <a:r>
              <a:rPr lang="en-US" dirty="0"/>
              <a:t>()</a:t>
            </a:r>
            <a:r>
              <a:rPr lang="en-US" sz="1800" dirty="0"/>
              <a:t> (Composition API)</a:t>
            </a:r>
          </a:p>
          <a:p>
            <a:r>
              <a:rPr lang="en-US" sz="1800" dirty="0"/>
              <a:t>The parent listens using </a:t>
            </a:r>
            <a:r>
              <a:rPr lang="en-US" dirty="0"/>
              <a:t>@event-name</a:t>
            </a:r>
            <a:r>
              <a:rPr lang="en-US" sz="1800" dirty="0"/>
              <a:t> on the child tag</a:t>
            </a:r>
          </a:p>
          <a:p>
            <a:r>
              <a:rPr lang="en-US" sz="1800" dirty="0"/>
              <a:t>The child never touches parent data directly — it only announces that something happened</a:t>
            </a:r>
          </a:p>
          <a:p>
            <a:r>
              <a:rPr lang="en-US" sz="1800" dirty="0"/>
              <a:t>Can pass a payload with the event — a value, an object, anything</a:t>
            </a:r>
          </a:p>
          <a:p>
            <a:r>
              <a:rPr lang="en-US" sz="1800" b="1" dirty="0"/>
              <a:t>The child makes the request. The parent makes the decision. </a:t>
            </a:r>
            <a:r>
              <a:rPr lang="en-US" sz="1800" b="1" dirty="0">
                <a:highlight>
                  <a:srgbClr val="FFFF00"/>
                </a:highlight>
              </a:rPr>
              <a:t>Always</a:t>
            </a:r>
            <a:r>
              <a:rPr lang="en-US" sz="1800" b="1" dirty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60752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09C1B-DF6D-013E-2CB3-E8D2E6762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55" y="744168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/>
              <a:t>Emits and props flow: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915DE4-F909-475D-3DE9-64E623C30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936" y="640080"/>
            <a:ext cx="7386244" cy="55778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1899BE-222A-1ECF-A39F-D4D4B1168535}"/>
              </a:ext>
            </a:extLst>
          </p:cNvPr>
          <p:cNvSpPr/>
          <p:nvPr/>
        </p:nvSpPr>
        <p:spPr>
          <a:xfrm>
            <a:off x="3491475" y="1234896"/>
            <a:ext cx="975360" cy="2641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AF0919-1C21-9F5E-B707-DFB3F53D0287}"/>
              </a:ext>
            </a:extLst>
          </p:cNvPr>
          <p:cNvSpPr/>
          <p:nvPr/>
        </p:nvSpPr>
        <p:spPr>
          <a:xfrm>
            <a:off x="9621520" y="3393440"/>
            <a:ext cx="1219200" cy="34036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Buy Action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6BB68B-3940-7379-0256-6A7E10574ED3}"/>
              </a:ext>
            </a:extLst>
          </p:cNvPr>
          <p:cNvSpPr/>
          <p:nvPr/>
        </p:nvSpPr>
        <p:spPr>
          <a:xfrm>
            <a:off x="3314116" y="4750256"/>
            <a:ext cx="1559617" cy="2641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NEWData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54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4.44444E-6 C 0.05104 4.44444E-6 -0.00963 0.08356 0.04115 0.10625 C 0.09206 0.12893 0.30469 0.09074 0.30469 0.13611 C 0.30469 0.16967 0.30729 0.16782 0.30729 0.20208 " pathEditMode="relative" rAng="0" ptsTypes="AAAA"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65" y="10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0729 0.20208 L 0.48698 0.2099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67" y="6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247 0.00463 L -0.21002 0.00185 L -0.21002 0.0625 L -0.20924 0.08333 L -0.5483 0.09074 " pathEditMode="relative" ptsTypes="AAAAA">
                                      <p:cBhvr>
                                        <p:cTn id="24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4.44444E-6 C 0.05104 4.44444E-6 -0.00964 0.08356 0.04114 0.10625 C 0.09205 0.12893 0.30468 0.09074 0.30468 0.13611 C 0.30468 0.16967 0.30729 0.16782 0.30729 0.20208 " pathEditMode="relative" rAng="0" ptsTypes="AAAA">
                                      <p:cBhvr>
                                        <p:cTn id="3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65" y="10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234 0.2375 L 0.60299 0.11481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26" y="-61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8" grpId="0" animBg="1"/>
      <p:bldP spid="8" grpId="1" animBg="1"/>
      <p:bldP spid="10" grpId="0" animBg="1"/>
      <p:bldP spid="10" grpId="1" animBg="1"/>
      <p:bldP spid="10" grpId="2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80A43-637B-BCC1-B520-F15CA2BEC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close-up of a yellow clock">
            <a:extLst>
              <a:ext uri="{FF2B5EF4-FFF2-40B4-BE49-F238E27FC236}">
                <a16:creationId xmlns:a16="http://schemas.microsoft.com/office/drawing/2014/main" id="{8DAB180B-1D6A-E749-AE82-953FD1E99C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0965" r="-1" b="1160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C87E4D-C4C4-8AC3-9EE5-A3B1AD79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</a:rPr>
              <a:t>Demo time</a:t>
            </a:r>
            <a:br>
              <a:rPr lang="en-US" sz="6600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Buy button that actually works!</a:t>
            </a:r>
            <a:endParaRPr lang="en-US" sz="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3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AF11EE-F310-892F-582E-459F38224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Vue Router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38" name="Rectangle 1">
            <a:extLst>
              <a:ext uri="{FF2B5EF4-FFF2-40B4-BE49-F238E27FC236}">
                <a16:creationId xmlns:a16="http://schemas.microsoft.com/office/drawing/2014/main" id="{360261D5-3217-903A-0FB0-5BB5B16745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8373953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28612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7150DA-A6A1-7A82-6F0B-8BB7B3E7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Installing router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D026A2-A14F-B9E2-0494-38A431B97C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388136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7457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545AC9-759B-AAB8-CFB2-433F2780E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Basic Routing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30CD99B3-F30D-7B0F-3377-2790C37B3D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9226" y="3329677"/>
            <a:ext cx="9833548" cy="24572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&lt;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RouterLink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 to="/"&gt;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— declarative navigation in template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useRouter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().push('/path')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— programmatic navigation in script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&lt;a&gt;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tags cause full page reload — defeats the entire purpose of SPA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 Unicode MS"/>
              </a:rPr>
              <a:t>:to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with an object lets you navigate by route 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97809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E4173-5804-BCA7-F216-045FBA13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Dynamic routing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6" name="Rectangle 1">
            <a:extLst>
              <a:ext uri="{FF2B5EF4-FFF2-40B4-BE49-F238E27FC236}">
                <a16:creationId xmlns:a16="http://schemas.microsoft.com/office/drawing/2014/main" id="{CE5572FA-1CBC-707A-C6ED-9592C602D5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161545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4000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940D20E-53C1-E6E8-6D93-EF521B1FE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1" y="1542402"/>
            <a:ext cx="5186842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VueJS life cycle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153248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AF4815-2FB4-E0E1-1DF7-1E82C5752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1" y="1542402"/>
            <a:ext cx="5186842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How components are born and die?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55769-2ACD-4863-9CB6-0EA60C795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2135" y="4001587"/>
            <a:ext cx="5188034" cy="6820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  <a:hlinkClick r:id="rId2"/>
              </a:rPr>
              <a:t>Lifecycle Hooks | Vue.js</a:t>
            </a: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>
                <a:solidFill>
                  <a:schemeClr val="tx2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 Docs</a:t>
            </a:r>
            <a:endParaRPr lang="en-US" sz="2400" kern="120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6055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mponent lifecycle diagram">
            <a:extLst>
              <a:ext uri="{FF2B5EF4-FFF2-40B4-BE49-F238E27FC236}">
                <a16:creationId xmlns:a16="http://schemas.microsoft.com/office/drawing/2014/main" id="{60F2E1C2-18CC-1EC3-0BCE-C5888A7C8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732" y="0"/>
            <a:ext cx="6310489" cy="685799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5F1E6E-94CC-FBDE-25D3-783656697161}"/>
              </a:ext>
            </a:extLst>
          </p:cNvPr>
          <p:cNvSpPr/>
          <p:nvPr/>
        </p:nvSpPr>
        <p:spPr>
          <a:xfrm>
            <a:off x="3224982" y="3815644"/>
            <a:ext cx="6779888" cy="30423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E806A1D-711B-193F-F60C-785C088D7C1C}"/>
              </a:ext>
            </a:extLst>
          </p:cNvPr>
          <p:cNvCxnSpPr/>
          <p:nvPr/>
        </p:nvCxnSpPr>
        <p:spPr>
          <a:xfrm>
            <a:off x="234176" y="1639229"/>
            <a:ext cx="2732048" cy="2442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D93CB18-D871-D282-4FC1-B07E4B768794}"/>
              </a:ext>
            </a:extLst>
          </p:cNvPr>
          <p:cNvSpPr txBox="1"/>
          <p:nvPr/>
        </p:nvSpPr>
        <p:spPr>
          <a:xfrm>
            <a:off x="925689" y="891822"/>
            <a:ext cx="17384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Focus on this part: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But Why?</a:t>
            </a:r>
          </a:p>
        </p:txBody>
      </p:sp>
    </p:spTree>
    <p:extLst>
      <p:ext uri="{BB962C8B-B14F-4D97-AF65-F5344CB8AC3E}">
        <p14:creationId xmlns:p14="http://schemas.microsoft.com/office/powerpoint/2010/main" val="139540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2485</TotalTime>
  <Words>2021</Words>
  <Application>Microsoft Office PowerPoint</Application>
  <PresentationFormat>Widescreen</PresentationFormat>
  <Paragraphs>325</Paragraphs>
  <Slides>38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Aptos</vt:lpstr>
      <vt:lpstr>Aptos Display</vt:lpstr>
      <vt:lpstr>Arial</vt:lpstr>
      <vt:lpstr>Arial Unicode MS</vt:lpstr>
      <vt:lpstr>Calibri</vt:lpstr>
      <vt:lpstr>Courier New</vt:lpstr>
      <vt:lpstr>Office Theme</vt:lpstr>
      <vt:lpstr>PowerPoint Presentation</vt:lpstr>
      <vt:lpstr>What’s</vt:lpstr>
      <vt:lpstr>Why to use VueJS ….. </vt:lpstr>
      <vt:lpstr>Terms you will hear…. A lot</vt:lpstr>
      <vt:lpstr>What’s SPA apps ?</vt:lpstr>
      <vt:lpstr>Why and when to use a SPA app?</vt:lpstr>
      <vt:lpstr>Creating a VueJS (vite) app</vt:lpstr>
      <vt:lpstr>Let’s C reate a VueJs app!</vt:lpstr>
      <vt:lpstr>Demo time</vt:lpstr>
      <vt:lpstr>What you should see</vt:lpstr>
      <vt:lpstr>(Optional) install a UI library e.g. daisyUI  (Please do it)</vt:lpstr>
      <vt:lpstr>Installing daisyUI</vt:lpstr>
      <vt:lpstr>VueJS App Sturcture</vt:lpstr>
      <vt:lpstr>1. Index.html</vt:lpstr>
      <vt:lpstr>2. main.js</vt:lpstr>
      <vt:lpstr>App.Vue</vt:lpstr>
      <vt:lpstr>What Are Directives?</vt:lpstr>
      <vt:lpstr>Common Directives You’ll Use Daily:</vt:lpstr>
      <vt:lpstr>Connecting your logic to your UI</vt:lpstr>
      <vt:lpstr>Three Ways to Bind Data</vt:lpstr>
      <vt:lpstr>So far... Vue looks like a glorified HTML What tips the scale?</vt:lpstr>
      <vt:lpstr>Vue Reactivity system Ref vs Computed</vt:lpstr>
      <vt:lpstr>What’s a component?</vt:lpstr>
      <vt:lpstr>What’s a component?</vt:lpstr>
      <vt:lpstr>Demo time</vt:lpstr>
      <vt:lpstr>Let’s make a card …. A simple stupid card</vt:lpstr>
      <vt:lpstr>How can we make it a little smarter?</vt:lpstr>
      <vt:lpstr>Props and emits</vt:lpstr>
      <vt:lpstr>Props and Emits</vt:lpstr>
      <vt:lpstr>Emits and props flow:</vt:lpstr>
      <vt:lpstr>Demo time Buy button that actually works!</vt:lpstr>
      <vt:lpstr>Vue Router</vt:lpstr>
      <vt:lpstr>Installing router</vt:lpstr>
      <vt:lpstr>Basic Routing</vt:lpstr>
      <vt:lpstr>Dynamic routing</vt:lpstr>
      <vt:lpstr>VueJS life cycle</vt:lpstr>
      <vt:lpstr>How components are born and die?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Ghoraba</dc:creator>
  <cp:lastModifiedBy>Ahmed Ghoraba</cp:lastModifiedBy>
  <cp:revision>14</cp:revision>
  <cp:lastPrinted>2026-02-18T23:54:41Z</cp:lastPrinted>
  <dcterms:created xsi:type="dcterms:W3CDTF">2025-10-24T17:41:26Z</dcterms:created>
  <dcterms:modified xsi:type="dcterms:W3CDTF">2026-02-20T09:26:50Z</dcterms:modified>
</cp:coreProperties>
</file>